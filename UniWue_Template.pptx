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4"/>
  </p:sldMasterIdLst>
  <p:notesMasterIdLst>
    <p:notesMasterId r:id="rId5"/>
  </p:notesMasterIdLst>
  <p:handoutMasterIdLst>
    <p:handoutMasterId r:id="rId6"/>
  </p:handoutMasterIdLst>
  <p:sldSz cx="12192000" cy="6858000"/>
  <p:notesSz cx="6858000" cy="9144000"/>
  <p:embeddedFontLst>
    <p:embeddedFont>
      <p:font typeface="Segoe UI" panose="020B0502040204020203" pitchFamily="34" charset="0"/>
      <p:regular r:id="rId7"/>
      <p:bold r:id="rId8"/>
      <p:italic r:id="rId9"/>
      <p:boldItalic r:id="rId10"/>
    </p:embeddedFont>
    <p:embeddedFont>
      <p:font typeface="Segoe UI Semibold" panose="020B0702040204020203" pitchFamily="34" charset="0"/>
      <p:regular r:id="rId11"/>
      <p:bold r:id="rId12"/>
      <p:italic r:id="rId13"/>
      <p:boldItalic r:id="rId14"/>
    </p:embeddedFont>
    <p:embeddedFont>
      <p:font typeface="Segoe UI Semilight" panose="020B0402040204020203" pitchFamily="34" charset="0"/>
      <p:regular r:id="rId15"/>
      <p:italic r:id="rId16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46C"/>
    <a:srgbClr val="000000"/>
    <a:srgbClr val="F1EBDF"/>
    <a:srgbClr val="F2F2F2"/>
    <a:srgbClr val="5AA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5" autoAdjust="0"/>
    <p:restoredTop sz="94658"/>
  </p:normalViewPr>
  <p:slideViewPr>
    <p:cSldViewPr snapToGrid="0" showGuides="1">
      <p:cViewPr>
        <p:scale>
          <a:sx n="76" d="100"/>
          <a:sy n="76" d="100"/>
        </p:scale>
        <p:origin x="192" y="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6" d="100"/>
          <a:sy n="96" d="100"/>
        </p:scale>
        <p:origin x="3976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handoutMaster" Target="handoutMasters/handoutMaster1.xml"/><Relationship Id="rId11" Type="http://schemas.openxmlformats.org/officeDocument/2006/relationships/font" Target="fonts/font5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C5C4F371-9919-9448-4C6D-BC979FAB0B0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783F923-83A6-17D0-2E5B-8A4BA616E0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1F00E5-C14F-DB40-A2A8-E49A849B92DA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14613F-391B-FA7B-CF68-553FE0C3800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8619F96-9995-8D9C-D611-B9476914D28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426D9-F5FB-024B-8AAA-97191E2EA4E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980608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02B0DA-604B-4A7D-A483-8DFDFA6EA3DB}" type="datetimeFigureOut">
              <a:rPr lang="de-DE" smtClean="0"/>
              <a:t>12.10.2026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C6481A-6458-4D9B-B0F9-08D12EF5212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4671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uni-wuerzburg.de/" TargetMode="External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1">
    <p:bg>
      <p:bgPr>
        <a:solidFill>
          <a:srgbClr val="0224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73D0917-2D31-A69E-880A-1F96C4DBC8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0637" y="1927274"/>
            <a:ext cx="10832400" cy="1510366"/>
          </a:xfrm>
        </p:spPr>
        <p:txBody>
          <a:bodyPr anchor="b"/>
          <a:lstStyle>
            <a:lvl1pPr algn="l">
              <a:defRPr lang="de-DE" sz="3000" b="1" kern="1200" dirty="0">
                <a:solidFill>
                  <a:schemeClr val="bg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5A4865-C2AD-B8D6-553D-C1CEF5F3F8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700637" y="4304716"/>
            <a:ext cx="8172000" cy="540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lang="de-DE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FED392A4-AB6B-67FE-989A-32A92E6DC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695325" y="5232524"/>
            <a:ext cx="5400675" cy="539999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Vorname Nachname bearbeiten</a:t>
            </a:r>
            <a:br>
              <a:rPr lang="de-DE" dirty="0"/>
            </a:br>
            <a:r>
              <a:rPr lang="de-DE" dirty="0"/>
              <a:t>mehrzeilig möglich</a:t>
            </a:r>
            <a:br>
              <a:rPr lang="de-DE" dirty="0"/>
            </a:br>
            <a:endParaRPr lang="de-DE" dirty="0"/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3D860113-230E-6E21-44D0-8A7DF8980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95325" y="5917939"/>
            <a:ext cx="5400675" cy="390786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Ort, TT.MM.JJJJ bearbeiten</a:t>
            </a:r>
          </a:p>
        </p:txBody>
      </p:sp>
      <p:sp>
        <p:nvSpPr>
          <p:cNvPr id="24" name="Textplatzhalter 5">
            <a:extLst>
              <a:ext uri="{FF2B5EF4-FFF2-40B4-BE49-F238E27FC236}">
                <a16:creationId xmlns:a16="http://schemas.microsoft.com/office/drawing/2014/main" id="{8AA77C97-153E-AFA4-1A87-4FAAAD17928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9259715" y="3926763"/>
            <a:ext cx="2932285" cy="2931237"/>
          </a:xfrm>
          <a:blipFill>
            <a:blip r:embed="rId2">
              <a:alphaModFix amt="45000"/>
            </a:blip>
            <a:stretch>
              <a:fillRect/>
            </a:stretch>
          </a:blipFill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sz="2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5" name="Textplatzhalter 14">
            <a:extLst>
              <a:ext uri="{FF2B5EF4-FFF2-40B4-BE49-F238E27FC236}">
                <a16:creationId xmlns:a16="http://schemas.microsoft.com/office/drawing/2014/main" id="{7C0B424E-1153-7BDE-0BCA-F2E58215BCC6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659013" y="191218"/>
            <a:ext cx="1825200" cy="59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44102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730BF064-F2E1-641A-A48E-77419A725AA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1476" y="4051300"/>
            <a:ext cx="5868988" cy="2330450"/>
          </a:xfrm>
          <a:prstGeom prst="rect">
            <a:avLst/>
          </a:prstGeom>
          <a:solidFill>
            <a:srgbClr val="0224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3D0917-2D31-A69E-880A-1F96C4DBC8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0637" y="1081306"/>
            <a:ext cx="10832400" cy="1510366"/>
          </a:xfrm>
        </p:spPr>
        <p:txBody>
          <a:bodyPr anchor="t" anchorCtr="0"/>
          <a:lstStyle>
            <a:lvl1pPr algn="l">
              <a:defRPr lang="de-DE" sz="4800" b="1" kern="1200" dirty="0">
                <a:solidFill>
                  <a:schemeClr val="bg1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5A4865-C2AD-B8D6-553D-C1CEF5F3F8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700637" y="4304716"/>
            <a:ext cx="5400000" cy="540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lang="de-DE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FED392A4-AB6B-67FE-989A-32A92E6DC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695325" y="5232524"/>
            <a:ext cx="5400675" cy="539999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Vorname Nachname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3D860113-230E-6E21-44D0-8A7DF8980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95325" y="5917939"/>
            <a:ext cx="5400675" cy="390786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Ort, TT.MM.JJJJ bearbeiten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F746CD2A-CC7E-5C24-7904-018CAB2CC60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9259715" y="3926763"/>
            <a:ext cx="2932285" cy="2931237"/>
          </a:xfrm>
          <a:blipFill dpi="0" rotWithShape="1">
            <a:blip r:embed="rId3">
              <a:alphaModFix amt="75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sz="2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141781F6-BB0E-8EA7-B852-2AD1926C127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659013" y="191218"/>
            <a:ext cx="1825200" cy="59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144615A-C162-4118-B7CD-262BE60E6A21}"/>
              </a:ext>
            </a:extLst>
          </p:cNvPr>
          <p:cNvSpPr txBox="1">
            <a:spLocks/>
          </p:cNvSpPr>
          <p:nvPr userDrawn="1"/>
        </p:nvSpPr>
        <p:spPr>
          <a:xfrm>
            <a:off x="759013" y="6953747"/>
            <a:ext cx="10774024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 b="1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Anleitung: </a:t>
            </a:r>
            <a:r>
              <a:rPr lang="de-DE" sz="1000" b="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Hintergrundbild im PowerPoint-Master austauschen. Öffnen Sie die PowerPoint-Datei und wechseln Sie über Ansicht → Folienmaster in die Masteransicht. Wählen Sie links die gewünschte Masterfolie aus. Klicken Sie anschließend mit der rechten Maustaste auf die Folie und wählen Sie Hintergrund formatieren. Wechseln Sie zu Füllung → Bild- oder Texturfüllung und klicken Sie auf Einfügen → Aus Datei. Wählen Sie das neue Hintergrundbild aus und bestätigen Sie die Auswahl. Schließen Sie anschließend die Masteransicht über Folienmaster → Masteransicht schließen. Das neue Hintergrundbild wird automatisch auf allen Folien übernommen, die mit diesem Master verknüpft sind.</a:t>
            </a:r>
            <a:endParaRPr lang="en-GB" sz="1000" b="0" kern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9029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hteck 19">
            <a:extLst>
              <a:ext uri="{FF2B5EF4-FFF2-40B4-BE49-F238E27FC236}">
                <a16:creationId xmlns:a16="http://schemas.microsoft.com/office/drawing/2014/main" id="{965006DA-BEE8-1EA3-C952-A364FB0B5A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1476" y="4051300"/>
            <a:ext cx="5868988" cy="2330450"/>
          </a:xfrm>
          <a:prstGeom prst="rect">
            <a:avLst/>
          </a:prstGeom>
          <a:solidFill>
            <a:srgbClr val="0224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4A6E84EF-4751-FA47-5E9F-C5A0A0C2162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5951359" y="0"/>
            <a:ext cx="6240641" cy="6858000"/>
          </a:xfrm>
          <a:custGeom>
            <a:avLst/>
            <a:gdLst>
              <a:gd name="csX0" fmla="*/ 0 w 6240641"/>
              <a:gd name="csY0" fmla="*/ 0 h 6858000"/>
              <a:gd name="csX1" fmla="*/ 6240641 w 6240641"/>
              <a:gd name="csY1" fmla="*/ 0 h 6858000"/>
              <a:gd name="csX2" fmla="*/ 6240641 w 6240641"/>
              <a:gd name="csY2" fmla="*/ 6858000 h 6858000"/>
              <a:gd name="csX3" fmla="*/ 0 w 6240641"/>
              <a:gd name="csY3" fmla="*/ 6858000 h 6858000"/>
              <a:gd name="csX4" fmla="*/ 0 w 6240641"/>
              <a:gd name="csY4" fmla="*/ 6381750 h 6858000"/>
              <a:gd name="csX5" fmla="*/ 289105 w 6240641"/>
              <a:gd name="csY5" fmla="*/ 6381750 h 6858000"/>
              <a:gd name="csX6" fmla="*/ 289105 w 6240641"/>
              <a:gd name="csY6" fmla="*/ 4051300 h 6858000"/>
              <a:gd name="csX7" fmla="*/ 0 w 6240641"/>
              <a:gd name="csY7" fmla="*/ 40513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240641" h="6858000">
                <a:moveTo>
                  <a:pt x="0" y="0"/>
                </a:moveTo>
                <a:lnTo>
                  <a:pt x="6240641" y="0"/>
                </a:lnTo>
                <a:lnTo>
                  <a:pt x="6240641" y="6858000"/>
                </a:lnTo>
                <a:lnTo>
                  <a:pt x="0" y="6858000"/>
                </a:lnTo>
                <a:lnTo>
                  <a:pt x="0" y="6381750"/>
                </a:lnTo>
                <a:lnTo>
                  <a:pt x="289105" y="6381750"/>
                </a:lnTo>
                <a:lnTo>
                  <a:pt x="289105" y="4051300"/>
                </a:lnTo>
                <a:lnTo>
                  <a:pt x="0" y="4051300"/>
                </a:lnTo>
                <a:close/>
              </a:path>
            </a:pathLst>
          </a:custGeom>
        </p:spPr>
        <p:txBody>
          <a:bodyPr wrap="square" tIns="36000" anchor="ctr" anchorCtr="0">
            <a:noAutofit/>
          </a:bodyPr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3D0917-2D31-A69E-880A-1F96C4DBC8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0637" y="1597598"/>
            <a:ext cx="5112000" cy="2304000"/>
          </a:xfrm>
        </p:spPr>
        <p:txBody>
          <a:bodyPr anchor="t" anchorCtr="0"/>
          <a:lstStyle>
            <a:lvl1pPr algn="l">
              <a:defRPr lang="de-DE" sz="30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5A4865-C2AD-B8D6-553D-C1CEF5F3F8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700637" y="4304716"/>
            <a:ext cx="5400000" cy="540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lang="de-DE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FED392A4-AB6B-67FE-989A-32A92E6DC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695325" y="5232524"/>
            <a:ext cx="5400675" cy="539999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Vorname Nachname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3D860113-230E-6E21-44D0-8A7DF8980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95325" y="5917939"/>
            <a:ext cx="5400675" cy="390786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Ort, TT.MM.JJJJ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17D597E-88A0-CF92-8A5D-0F07E588E8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2805776" y="229631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F746CD2A-CC7E-5C24-7904-018CAB2CC60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9259715" y="3926763"/>
            <a:ext cx="2932285" cy="2931237"/>
          </a:xfr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sz="2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735393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ckblatt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730BF064-F2E1-641A-A48E-77419A725AA7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 userDrawn="1"/>
        </p:nvSpPr>
        <p:spPr>
          <a:xfrm>
            <a:off x="371475" y="4051300"/>
            <a:ext cx="11449049" cy="2330450"/>
          </a:xfrm>
          <a:prstGeom prst="rect">
            <a:avLst/>
          </a:prstGeom>
          <a:solidFill>
            <a:srgbClr val="0224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3D0917-2D31-A69E-880A-1F96C4DBC8E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ctrTitle" hasCustomPrompt="1"/>
          </p:nvPr>
        </p:nvSpPr>
        <p:spPr>
          <a:xfrm>
            <a:off x="700637" y="1597598"/>
            <a:ext cx="10832400" cy="1831402"/>
          </a:xfrm>
        </p:spPr>
        <p:txBody>
          <a:bodyPr anchor="b" anchorCtr="0"/>
          <a:lstStyle>
            <a:lvl1pPr algn="l">
              <a:defRPr lang="de-DE" sz="30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r>
              <a:rPr lang="de-DE" dirty="0"/>
              <a:t>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75A4865-C2AD-B8D6-553D-C1CEF5F3F83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700637" y="4304716"/>
            <a:ext cx="5400000" cy="540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lang="de-DE" sz="1600" b="1" kern="1200" dirty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Untertitel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FED392A4-AB6B-67FE-989A-32A92E6DCF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2" hasCustomPrompt="1"/>
          </p:nvPr>
        </p:nvSpPr>
        <p:spPr>
          <a:xfrm>
            <a:off x="695325" y="5232524"/>
            <a:ext cx="5400675" cy="539999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Vorname Nachname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23" name="Textplatzhalter 21">
            <a:extLst>
              <a:ext uri="{FF2B5EF4-FFF2-40B4-BE49-F238E27FC236}">
                <a16:creationId xmlns:a16="http://schemas.microsoft.com/office/drawing/2014/main" id="{3D860113-230E-6E21-44D0-8A7DF8980B3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95325" y="5917939"/>
            <a:ext cx="5400675" cy="390786"/>
          </a:xfrm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lang="de-DE" sz="1600" kern="1200" dirty="0" smtClean="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Ort, TT.MM.JJJJ bearbeiten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617D597E-88A0-CF92-8A5D-0F07E588E8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F746CD2A-CC7E-5C24-7904-018CAB2CC60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9645820" y="4207823"/>
            <a:ext cx="2174704" cy="2173927"/>
          </a:xfr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sz="200"/>
            </a:lvl1pPr>
          </a:lstStyle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35970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899A6B0-5C85-4B49-AEB8-48570EC312E2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DDDB66-5E46-9A84-60C6-2BF826BB8C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8501" y="1055025"/>
            <a:ext cx="4302177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24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5F4D58-361C-4691-96AF-4FE9DC2F8A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98500" y="187706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9503F83-A38A-71EA-8ED3-9ADBE58072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698500" y="244982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00E60B8A-A3EA-AA02-80DA-E0E986E68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322235" y="2558098"/>
            <a:ext cx="10212317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C6762EB9-52C3-EAA7-840D-300143702A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322235" y="1984772"/>
            <a:ext cx="10212317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B0CC6B80-8A10-B563-C4FB-058F993AE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698500" y="302258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9BF8CD1-41D3-C55B-0184-3D5C206AF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322235" y="3131424"/>
            <a:ext cx="10212317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3F8B428-0185-D7C6-3A99-5EF6F0A1A8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698500" y="359534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104925D9-DBD7-C8A3-7CA4-CD8151603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322235" y="3704750"/>
            <a:ext cx="10212317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BE56FC8B-2E57-44E4-871C-2FF5FB0B6D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698500" y="416810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63FCE718-9043-DDA5-22D7-3FC6475A9D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1322235" y="4278076"/>
            <a:ext cx="10212317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8" name="Textplatzhalter 9">
            <a:extLst>
              <a:ext uri="{FF2B5EF4-FFF2-40B4-BE49-F238E27FC236}">
                <a16:creationId xmlns:a16="http://schemas.microsoft.com/office/drawing/2014/main" id="{D8027B29-063A-A653-99F3-481A8038E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698500" y="4740863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9" name="Textplatzhalter 11">
            <a:extLst>
              <a:ext uri="{FF2B5EF4-FFF2-40B4-BE49-F238E27FC236}">
                <a16:creationId xmlns:a16="http://schemas.microsoft.com/office/drawing/2014/main" id="{B072C65E-E80C-88FF-F19B-EB36D9801C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 hasCustomPrompt="1"/>
          </p:nvPr>
        </p:nvSpPr>
        <p:spPr>
          <a:xfrm>
            <a:off x="1322235" y="4851403"/>
            <a:ext cx="10212317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" name="Bildplatzhalter 12">
            <a:extLst>
              <a:ext uri="{FF2B5EF4-FFF2-40B4-BE49-F238E27FC236}">
                <a16:creationId xmlns:a16="http://schemas.microsoft.com/office/drawing/2014/main" id="{4700D905-3184-4CCD-7329-35A6CA7175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3" name="Gerade Verbindung 1">
            <a:extLst>
              <a:ext uri="{FF2B5EF4-FFF2-40B4-BE49-F238E27FC236}">
                <a16:creationId xmlns:a16="http://schemas.microsoft.com/office/drawing/2014/main" id="{7518ABAC-8E6A-E9EE-8ABF-271FE7E9A79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7354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F35F540-D359-43E5-90F9-158F34704874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66DDDB66-5E46-9A84-60C6-2BF826BB8C6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98501" y="1055025"/>
            <a:ext cx="4302177" cy="36933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24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Agenda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255F4D58-361C-4691-96AF-4FE9DC2F8A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98500" y="187706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9503F83-A38A-71EA-8ED3-9ADBE58072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5" hasCustomPrompt="1"/>
          </p:nvPr>
        </p:nvSpPr>
        <p:spPr>
          <a:xfrm>
            <a:off x="698500" y="244982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5" name="Textplatzhalter 11">
            <a:extLst>
              <a:ext uri="{FF2B5EF4-FFF2-40B4-BE49-F238E27FC236}">
                <a16:creationId xmlns:a16="http://schemas.microsoft.com/office/drawing/2014/main" id="{00E60B8A-A3EA-AA02-80DA-E0E986E68D2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322236" y="2558098"/>
            <a:ext cx="4584572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17" name="Textplatzhalter 11">
            <a:extLst>
              <a:ext uri="{FF2B5EF4-FFF2-40B4-BE49-F238E27FC236}">
                <a16:creationId xmlns:a16="http://schemas.microsoft.com/office/drawing/2014/main" id="{C6762EB9-52C3-EAA7-840D-300143702A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1322236" y="1984772"/>
            <a:ext cx="4584572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B0CC6B80-8A10-B563-C4FB-058F993AE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698500" y="302258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9" name="Textplatzhalter 11">
            <a:extLst>
              <a:ext uri="{FF2B5EF4-FFF2-40B4-BE49-F238E27FC236}">
                <a16:creationId xmlns:a16="http://schemas.microsoft.com/office/drawing/2014/main" id="{39BF8CD1-41D3-C55B-0184-3D5C206AF4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1322236" y="3131424"/>
            <a:ext cx="4584572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2" name="Textplatzhalter 9">
            <a:extLst>
              <a:ext uri="{FF2B5EF4-FFF2-40B4-BE49-F238E27FC236}">
                <a16:creationId xmlns:a16="http://schemas.microsoft.com/office/drawing/2014/main" id="{B3F8B428-0185-D7C6-3A99-5EF6F0A1A82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0" hasCustomPrompt="1"/>
          </p:nvPr>
        </p:nvSpPr>
        <p:spPr>
          <a:xfrm>
            <a:off x="698500" y="359534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3" name="Textplatzhalter 11">
            <a:extLst>
              <a:ext uri="{FF2B5EF4-FFF2-40B4-BE49-F238E27FC236}">
                <a16:creationId xmlns:a16="http://schemas.microsoft.com/office/drawing/2014/main" id="{104925D9-DBD7-C8A3-7CA4-CD8151603D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1322236" y="3704750"/>
            <a:ext cx="4584572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4" name="Textplatzhalter 9">
            <a:extLst>
              <a:ext uri="{FF2B5EF4-FFF2-40B4-BE49-F238E27FC236}">
                <a16:creationId xmlns:a16="http://schemas.microsoft.com/office/drawing/2014/main" id="{BE56FC8B-2E57-44E4-871C-2FF5FB0B6D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698500" y="416810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5" name="Textplatzhalter 11">
            <a:extLst>
              <a:ext uri="{FF2B5EF4-FFF2-40B4-BE49-F238E27FC236}">
                <a16:creationId xmlns:a16="http://schemas.microsoft.com/office/drawing/2014/main" id="{63FCE718-9043-DDA5-22D7-3FC6475A9D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1322236" y="4278076"/>
            <a:ext cx="4584572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8" name="Textplatzhalter 9">
            <a:extLst>
              <a:ext uri="{FF2B5EF4-FFF2-40B4-BE49-F238E27FC236}">
                <a16:creationId xmlns:a16="http://schemas.microsoft.com/office/drawing/2014/main" id="{D8027B29-063A-A653-99F3-481A8038EE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6" hasCustomPrompt="1"/>
          </p:nvPr>
        </p:nvSpPr>
        <p:spPr>
          <a:xfrm>
            <a:off x="698500" y="4740863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29" name="Textplatzhalter 11">
            <a:extLst>
              <a:ext uri="{FF2B5EF4-FFF2-40B4-BE49-F238E27FC236}">
                <a16:creationId xmlns:a16="http://schemas.microsoft.com/office/drawing/2014/main" id="{B072C65E-E80C-88FF-F19B-EB36D9801C8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7" hasCustomPrompt="1"/>
          </p:nvPr>
        </p:nvSpPr>
        <p:spPr>
          <a:xfrm>
            <a:off x="1322236" y="4851403"/>
            <a:ext cx="4584572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1FADFD63-D314-2695-45EE-0AEE34E341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8" hasCustomPrompt="1"/>
          </p:nvPr>
        </p:nvSpPr>
        <p:spPr>
          <a:xfrm>
            <a:off x="6285194" y="187706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46CD0993-A7E6-9ECD-DC6B-5E931B8C389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9" hasCustomPrompt="1"/>
          </p:nvPr>
        </p:nvSpPr>
        <p:spPr>
          <a:xfrm>
            <a:off x="6285194" y="244982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4" name="Textplatzhalter 11">
            <a:extLst>
              <a:ext uri="{FF2B5EF4-FFF2-40B4-BE49-F238E27FC236}">
                <a16:creationId xmlns:a16="http://schemas.microsoft.com/office/drawing/2014/main" id="{28137919-DA57-C6AB-1133-2540D95EA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0" hasCustomPrompt="1"/>
          </p:nvPr>
        </p:nvSpPr>
        <p:spPr>
          <a:xfrm>
            <a:off x="6908929" y="2558098"/>
            <a:ext cx="4629765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35" name="Textplatzhalter 11">
            <a:extLst>
              <a:ext uri="{FF2B5EF4-FFF2-40B4-BE49-F238E27FC236}">
                <a16:creationId xmlns:a16="http://schemas.microsoft.com/office/drawing/2014/main" id="{DC3D5DAB-59BD-3D35-797B-6951DD39717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1" hasCustomPrompt="1"/>
          </p:nvPr>
        </p:nvSpPr>
        <p:spPr>
          <a:xfrm>
            <a:off x="6908929" y="1984772"/>
            <a:ext cx="4629765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36" name="Textplatzhalter 9">
            <a:extLst>
              <a:ext uri="{FF2B5EF4-FFF2-40B4-BE49-F238E27FC236}">
                <a16:creationId xmlns:a16="http://schemas.microsoft.com/office/drawing/2014/main" id="{BCF12AFE-0508-4368-59A2-F48DD1F914E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2" hasCustomPrompt="1"/>
          </p:nvPr>
        </p:nvSpPr>
        <p:spPr>
          <a:xfrm>
            <a:off x="6285194" y="302258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7" name="Textplatzhalter 11">
            <a:extLst>
              <a:ext uri="{FF2B5EF4-FFF2-40B4-BE49-F238E27FC236}">
                <a16:creationId xmlns:a16="http://schemas.microsoft.com/office/drawing/2014/main" id="{1AE18558-0E64-D197-DAAE-BB898B452AD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3" hasCustomPrompt="1"/>
          </p:nvPr>
        </p:nvSpPr>
        <p:spPr>
          <a:xfrm>
            <a:off x="6908929" y="3131424"/>
            <a:ext cx="4629765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38" name="Textplatzhalter 9">
            <a:extLst>
              <a:ext uri="{FF2B5EF4-FFF2-40B4-BE49-F238E27FC236}">
                <a16:creationId xmlns:a16="http://schemas.microsoft.com/office/drawing/2014/main" id="{5A20356D-1C09-BD44-35A9-0A4585CCDEA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4" hasCustomPrompt="1"/>
          </p:nvPr>
        </p:nvSpPr>
        <p:spPr>
          <a:xfrm>
            <a:off x="6285194" y="359534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39" name="Textplatzhalter 11">
            <a:extLst>
              <a:ext uri="{FF2B5EF4-FFF2-40B4-BE49-F238E27FC236}">
                <a16:creationId xmlns:a16="http://schemas.microsoft.com/office/drawing/2014/main" id="{489011DD-5D7F-7E02-3DAC-BFD6B4EF31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5" hasCustomPrompt="1"/>
          </p:nvPr>
        </p:nvSpPr>
        <p:spPr>
          <a:xfrm>
            <a:off x="6908929" y="3704750"/>
            <a:ext cx="4629765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40" name="Textplatzhalter 9">
            <a:extLst>
              <a:ext uri="{FF2B5EF4-FFF2-40B4-BE49-F238E27FC236}">
                <a16:creationId xmlns:a16="http://schemas.microsoft.com/office/drawing/2014/main" id="{ED893B3A-247A-11F7-B1F9-D0C2000C85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6" hasCustomPrompt="1"/>
          </p:nvPr>
        </p:nvSpPr>
        <p:spPr>
          <a:xfrm>
            <a:off x="6285194" y="4168101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41" name="Textplatzhalter 11">
            <a:extLst>
              <a:ext uri="{FF2B5EF4-FFF2-40B4-BE49-F238E27FC236}">
                <a16:creationId xmlns:a16="http://schemas.microsoft.com/office/drawing/2014/main" id="{3D817ED4-4F3C-42DE-02E8-EF950C56531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 hasCustomPrompt="1"/>
          </p:nvPr>
        </p:nvSpPr>
        <p:spPr>
          <a:xfrm>
            <a:off x="6908929" y="4278076"/>
            <a:ext cx="4629765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42" name="Textplatzhalter 9">
            <a:extLst>
              <a:ext uri="{FF2B5EF4-FFF2-40B4-BE49-F238E27FC236}">
                <a16:creationId xmlns:a16="http://schemas.microsoft.com/office/drawing/2014/main" id="{0A7B6851-DA0B-9D0C-1A76-2D0FA6863C1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 hasCustomPrompt="1"/>
          </p:nvPr>
        </p:nvSpPr>
        <p:spPr>
          <a:xfrm>
            <a:off x="6285194" y="4740863"/>
            <a:ext cx="553179" cy="495300"/>
          </a:xfrm>
        </p:spPr>
        <p:txBody>
          <a:bodyPr/>
          <a:lstStyle>
            <a:lvl1pPr marL="0" indent="0">
              <a:buFontTx/>
              <a:buNone/>
              <a:defRPr lang="de-DE" sz="24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43" name="Textplatzhalter 11">
            <a:extLst>
              <a:ext uri="{FF2B5EF4-FFF2-40B4-BE49-F238E27FC236}">
                <a16:creationId xmlns:a16="http://schemas.microsoft.com/office/drawing/2014/main" id="{A9659206-5186-F528-D2E0-7595FB93DD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 hasCustomPrompt="1"/>
          </p:nvPr>
        </p:nvSpPr>
        <p:spPr>
          <a:xfrm>
            <a:off x="6908929" y="4851403"/>
            <a:ext cx="4629765" cy="540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  <a:lvl2pPr marL="0" indent="0">
              <a:spcAft>
                <a:spcPts val="0"/>
              </a:spcAft>
              <a:buFontTx/>
              <a:buNone/>
              <a:defRPr/>
            </a:lvl2pPr>
            <a:lvl3pPr marL="0" indent="0">
              <a:spcAft>
                <a:spcPts val="0"/>
              </a:spcAft>
              <a:buFontTx/>
              <a:buNone/>
              <a:defRPr/>
            </a:lvl3pPr>
          </a:lstStyle>
          <a:p>
            <a:pPr lvl="0"/>
            <a:r>
              <a:rPr lang="de-DE" dirty="0"/>
              <a:t>Agenda-Thema bearbeiten</a:t>
            </a:r>
          </a:p>
        </p:txBody>
      </p:sp>
      <p:sp>
        <p:nvSpPr>
          <p:cNvPr id="2" name="Bildplatzhalter 12">
            <a:extLst>
              <a:ext uri="{FF2B5EF4-FFF2-40B4-BE49-F238E27FC236}">
                <a16:creationId xmlns:a16="http://schemas.microsoft.com/office/drawing/2014/main" id="{D6F15F80-1FB8-C57E-A9AD-4BC2CBCB7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3" name="Gerade Verbindung 1">
            <a:extLst>
              <a:ext uri="{FF2B5EF4-FFF2-40B4-BE49-F238E27FC236}">
                <a16:creationId xmlns:a16="http://schemas.microsoft.com/office/drawing/2014/main" id="{2E62D9FF-3A47-A002-86F1-D73876D31E6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618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CA4C2-1509-352D-A709-CF95904107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00638" y="2139304"/>
            <a:ext cx="10833914" cy="4169421"/>
          </a:xfrm>
        </p:spPr>
        <p:txBody>
          <a:bodyPr/>
          <a:lstStyle>
            <a:lvl1pPr marL="0" indent="0">
              <a:buFontTx/>
              <a:buNone/>
              <a:defRPr/>
            </a:lvl1pPr>
            <a:lvl2pPr>
              <a:spcAft>
                <a:spcPts val="1200"/>
              </a:spcAft>
              <a:defRPr sz="1800"/>
            </a:lvl2pPr>
            <a:lvl3pPr marL="0" indent="0">
              <a:buFontTx/>
              <a:buNone/>
              <a:defRPr sz="1600"/>
            </a:lvl3pPr>
            <a:lvl4pPr>
              <a:defRPr sz="1600"/>
            </a:lvl4pPr>
            <a:lvl5pPr marL="0" indent="0">
              <a:spcAft>
                <a:spcPts val="600"/>
              </a:spcAft>
              <a:buFontTx/>
              <a:buNone/>
              <a:defRPr sz="1400"/>
            </a:lvl5pPr>
            <a:lvl6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4400" indent="-28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 typeface="+mj-lt"/>
              <a:buAutoNum type="arabicPeriod"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B886AB3-A382-4E38-B91A-9AD0E0398602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Bildplatzhalter 12">
            <a:extLst>
              <a:ext uri="{FF2B5EF4-FFF2-40B4-BE49-F238E27FC236}">
                <a16:creationId xmlns:a16="http://schemas.microsoft.com/office/drawing/2014/main" id="{17EA4D22-39F9-D279-BF3C-9002847D8C9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10" name="Gerade Verbindung 1">
            <a:extLst>
              <a:ext uri="{FF2B5EF4-FFF2-40B4-BE49-F238E27FC236}">
                <a16:creationId xmlns:a16="http://schemas.microsoft.com/office/drawing/2014/main" id="{82904B18-6B19-6040-9215-654329B2050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6784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>
            <a:extLst>
              <a:ext uri="{FF2B5EF4-FFF2-40B4-BE49-F238E27FC236}">
                <a16:creationId xmlns:a16="http://schemas.microsoft.com/office/drawing/2014/main" id="{391CC6DC-1C9D-1740-1FE1-9B7EBB10DE8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700638" y="5508625"/>
            <a:ext cx="8593137" cy="800100"/>
          </a:xfrm>
          <a:solidFill>
            <a:schemeClr val="bg2"/>
          </a:solidFill>
        </p:spPr>
        <p:txBody>
          <a:bodyPr lIns="720000" tIns="108000" rIns="108000" bIns="72000"/>
          <a:lstStyle>
            <a:lvl1pPr>
              <a:defRPr/>
            </a:lvl1pPr>
          </a:lstStyle>
          <a:p>
            <a:pPr lvl="0"/>
            <a:r>
              <a:rPr lang="de-DE" dirty="0"/>
              <a:t>Infobox bearbeiten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CA4C2-1509-352D-A709-CF95904107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00638" y="2139305"/>
            <a:ext cx="10833914" cy="316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>
              <a:spcAft>
                <a:spcPts val="1200"/>
              </a:spcAft>
              <a:defRPr sz="1800"/>
            </a:lvl2pPr>
            <a:lvl3pPr marL="0" indent="0">
              <a:buFontTx/>
              <a:buNone/>
              <a:defRPr sz="1600"/>
            </a:lvl3pPr>
            <a:lvl4pPr>
              <a:defRPr sz="1600"/>
            </a:lvl4pPr>
            <a:lvl5pPr marL="0" indent="0">
              <a:spcAft>
                <a:spcPts val="600"/>
              </a:spcAft>
              <a:buFontTx/>
              <a:buNone/>
              <a:defRPr sz="1400"/>
            </a:lvl5pPr>
            <a:lvl6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4400" indent="-28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 typeface="+mj-lt"/>
              <a:buAutoNum type="arabicPeriod"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D547926-8B53-4E73-B82F-E54904880AE3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18DEACF9-A7CE-D4C8-3B34-40D36ABCE64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 hasCustomPrompt="1"/>
          </p:nvPr>
        </p:nvSpPr>
        <p:spPr>
          <a:xfrm>
            <a:off x="812176" y="5602675"/>
            <a:ext cx="349200" cy="306000"/>
          </a:xfrm>
          <a:blipFill>
            <a:blip>
              <a:alphaModFix amt="75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spcAft>
                <a:spcPts val="0"/>
              </a:spcAft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7" name="Bildplatzhalter 12">
            <a:extLst>
              <a:ext uri="{FF2B5EF4-FFF2-40B4-BE49-F238E27FC236}">
                <a16:creationId xmlns:a16="http://schemas.microsoft.com/office/drawing/2014/main" id="{AD912B34-79AD-3E15-AF20-C8C5A3CE66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10" name="Gerade Verbindung 1">
            <a:extLst>
              <a:ext uri="{FF2B5EF4-FFF2-40B4-BE49-F238E27FC236}">
                <a16:creationId xmlns:a16="http://schemas.microsoft.com/office/drawing/2014/main" id="{87FD898D-8C1A-3275-B802-1AF2ADEE31E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8684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0638" y="1062038"/>
            <a:ext cx="5252400" cy="7635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1CA4C2-1509-352D-A709-CF959041077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00638" y="2139304"/>
            <a:ext cx="5251176" cy="4169421"/>
          </a:xfrm>
        </p:spPr>
        <p:txBody>
          <a:bodyPr/>
          <a:lstStyle>
            <a:lvl1pPr marL="0" indent="0">
              <a:buFontTx/>
              <a:buNone/>
              <a:defRPr/>
            </a:lvl1pPr>
            <a:lvl2pPr>
              <a:spcAft>
                <a:spcPts val="1200"/>
              </a:spcAft>
              <a:defRPr sz="1800"/>
            </a:lvl2pPr>
            <a:lvl3pPr marL="0" indent="0">
              <a:buFontTx/>
              <a:buNone/>
              <a:defRPr sz="1600"/>
            </a:lvl3pPr>
            <a:lvl4pPr>
              <a:defRPr sz="1600"/>
            </a:lvl4pPr>
            <a:lvl5pPr marL="0" indent="0">
              <a:spcAft>
                <a:spcPts val="600"/>
              </a:spcAft>
              <a:buFontTx/>
              <a:buNone/>
              <a:defRPr sz="1400"/>
            </a:lvl5pPr>
            <a:lvl6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4400" indent="-28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 typeface="+mj-lt"/>
              <a:buAutoNum type="arabicPeriod"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00A7972-7480-4C26-B73D-8E42FAF7C289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88FF91B3-9B79-3B08-2634-A227C5A71E2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255228" y="1128407"/>
            <a:ext cx="5276684" cy="5004000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7" name="Bildplatzhalter 12">
            <a:extLst>
              <a:ext uri="{FF2B5EF4-FFF2-40B4-BE49-F238E27FC236}">
                <a16:creationId xmlns:a16="http://schemas.microsoft.com/office/drawing/2014/main" id="{DE549B71-44E6-8F25-6201-FC8A600FAD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12" name="Gerade Verbindung 1">
            <a:extLst>
              <a:ext uri="{FF2B5EF4-FFF2-40B4-BE49-F238E27FC236}">
                <a16:creationId xmlns:a16="http://schemas.microsoft.com/office/drawing/2014/main" id="{9C897A9F-9C5A-3417-250C-C65524E3F7C3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2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0638" y="1062038"/>
            <a:ext cx="10832400" cy="7635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24F4ED-2CB2-4B4C-81C8-4B235DEEC351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Bildplatzhalter 7">
            <a:extLst>
              <a:ext uri="{FF2B5EF4-FFF2-40B4-BE49-F238E27FC236}">
                <a16:creationId xmlns:a16="http://schemas.microsoft.com/office/drawing/2014/main" id="{88FF91B3-9B79-3B08-2634-A227C5A71E2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700638" y="1954923"/>
            <a:ext cx="10832400" cy="4207142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B983DA0F-6F7B-0324-BCFC-EE5ABC4B295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11" name="Gerade Verbindung 1">
            <a:extLst>
              <a:ext uri="{FF2B5EF4-FFF2-40B4-BE49-F238E27FC236}">
                <a16:creationId xmlns:a16="http://schemas.microsoft.com/office/drawing/2014/main" id="{44B80235-969D-E099-71DE-A74FCE8401EA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432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0638" y="1062038"/>
            <a:ext cx="10833914" cy="7635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288E843-64C2-497B-94BC-B9480263E8B6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1B0D55E-06C3-FDAE-679B-10DA07B2D5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700638" y="4346778"/>
            <a:ext cx="5256000" cy="1962103"/>
          </a:xfrm>
        </p:spPr>
        <p:txBody>
          <a:bodyPr/>
          <a:lstStyle>
            <a:lvl1pPr>
              <a:spcAft>
                <a:spcPts val="600"/>
              </a:spcAft>
              <a:defRPr sz="1600"/>
            </a:lvl1pPr>
            <a:lvl2pPr>
              <a:spcAft>
                <a:spcPts val="600"/>
              </a:spcAft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200"/>
            </a:lvl5pPr>
            <a:lvl6pPr>
              <a:defRPr sz="1200">
                <a:solidFill>
                  <a:schemeClr val="tx1"/>
                </a:solidFill>
              </a:defRPr>
            </a:lvl6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29332C06-0329-FFDE-4341-BB9EEEF999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6278552" y="4346778"/>
            <a:ext cx="5256000" cy="1962103"/>
          </a:xfrm>
        </p:spPr>
        <p:txBody>
          <a:bodyPr/>
          <a:lstStyle>
            <a:lvl1pPr>
              <a:spcAft>
                <a:spcPts val="600"/>
              </a:spcAft>
              <a:defRPr sz="1600"/>
            </a:lvl1pPr>
            <a:lvl2pPr>
              <a:spcAft>
                <a:spcPts val="600"/>
              </a:spcAft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200"/>
            </a:lvl5pPr>
            <a:lvl6pPr>
              <a:defRPr sz="1200"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334BD7E-ACB0-30E0-21B7-FA6DF848749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700638" y="1954923"/>
            <a:ext cx="5256000" cy="2232000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C45D1478-737C-D340-F03F-69439E01498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6278552" y="1954923"/>
            <a:ext cx="5256000" cy="2232000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524E63AC-85B0-FF1B-6F58-0A9744C0514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7" name="Gerade Verbindung 1">
            <a:extLst>
              <a:ext uri="{FF2B5EF4-FFF2-40B4-BE49-F238E27FC236}">
                <a16:creationId xmlns:a16="http://schemas.microsoft.com/office/drawing/2014/main" id="{6B7B42CD-A2D9-BE0E-9239-B3E5504BCBA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91510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0638" y="1062038"/>
            <a:ext cx="10833914" cy="763587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703B59F-2C50-4147-A391-DA7740AE7A8F}" type="datetime1">
              <a:rPr lang="de-DE" smtClean="0"/>
              <a:pPr/>
              <a:t>12.10.2026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1B0D55E-06C3-FDAE-679B-10DA07B2D5B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/>
          </p:nvPr>
        </p:nvSpPr>
        <p:spPr>
          <a:xfrm>
            <a:off x="700638" y="3533011"/>
            <a:ext cx="3384000" cy="2775714"/>
          </a:xfrm>
        </p:spPr>
        <p:txBody>
          <a:bodyPr/>
          <a:lstStyle>
            <a:lvl1pPr>
              <a:spcAft>
                <a:spcPts val="600"/>
              </a:spcAft>
              <a:defRPr sz="1400"/>
            </a:lvl1pPr>
            <a:lvl2pPr>
              <a:spcAft>
                <a:spcPts val="600"/>
              </a:spcAft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000"/>
            </a:lvl5pPr>
            <a:lvl6pPr>
              <a:defRPr sz="10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29332C06-0329-FFDE-4341-BB9EEEF999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4427885" y="3533011"/>
            <a:ext cx="3384000" cy="2775714"/>
          </a:xfrm>
        </p:spPr>
        <p:txBody>
          <a:bodyPr/>
          <a:lstStyle>
            <a:lvl1pPr>
              <a:spcAft>
                <a:spcPts val="600"/>
              </a:spcAft>
              <a:defRPr sz="1400"/>
            </a:lvl1pPr>
            <a:lvl2pPr>
              <a:spcAft>
                <a:spcPts val="600"/>
              </a:spcAft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000"/>
            </a:lvl5pPr>
            <a:lvl6pPr>
              <a:defRPr sz="1000"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4334BD7E-ACB0-30E0-21B7-FA6DF848749A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700638" y="1954923"/>
            <a:ext cx="3384000" cy="1440000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C45D1478-737C-D340-F03F-69439E01498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4427885" y="1954923"/>
            <a:ext cx="3384000" cy="1440000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" name="Textplatzhalter 9">
            <a:extLst>
              <a:ext uri="{FF2B5EF4-FFF2-40B4-BE49-F238E27FC236}">
                <a16:creationId xmlns:a16="http://schemas.microsoft.com/office/drawing/2014/main" id="{FE0CA661-C16A-59EF-1ADF-010466E1A29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8150552" y="3533011"/>
            <a:ext cx="3384000" cy="2775714"/>
          </a:xfrm>
        </p:spPr>
        <p:txBody>
          <a:bodyPr/>
          <a:lstStyle>
            <a:lvl1pPr>
              <a:spcAft>
                <a:spcPts val="600"/>
              </a:spcAft>
              <a:defRPr sz="1400"/>
            </a:lvl1pPr>
            <a:lvl2pPr>
              <a:spcAft>
                <a:spcPts val="600"/>
              </a:spcAft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000"/>
            </a:lvl5pPr>
            <a:lvl6pPr>
              <a:defRPr sz="1000"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Bildplatzhalter 7">
            <a:extLst>
              <a:ext uri="{FF2B5EF4-FFF2-40B4-BE49-F238E27FC236}">
                <a16:creationId xmlns:a16="http://schemas.microsoft.com/office/drawing/2014/main" id="{58F8CD38-9CA5-4947-BC04-A21CECFD4B61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8150552" y="1954923"/>
            <a:ext cx="3384000" cy="1440000"/>
          </a:xfrm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12" name="Bildplatzhalter 12">
            <a:extLst>
              <a:ext uri="{FF2B5EF4-FFF2-40B4-BE49-F238E27FC236}">
                <a16:creationId xmlns:a16="http://schemas.microsoft.com/office/drawing/2014/main" id="{5714B9B0-8581-3066-8C22-CD6CC2426A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16" name="Gerade Verbindung 1">
            <a:extLst>
              <a:ext uri="{FF2B5EF4-FFF2-40B4-BE49-F238E27FC236}">
                <a16:creationId xmlns:a16="http://schemas.microsoft.com/office/drawing/2014/main" id="{ED3270ED-075D-A682-0095-F2102576F9B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48971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998219B-5DA8-4A57-BD89-B64E8CB1A9D2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0000A5FB-F852-BEB2-4AA3-FEC4C63D75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idx="1"/>
          </p:nvPr>
        </p:nvSpPr>
        <p:spPr>
          <a:xfrm>
            <a:off x="700637" y="2139304"/>
            <a:ext cx="7151275" cy="4169421"/>
          </a:xfrm>
        </p:spPr>
        <p:txBody>
          <a:bodyPr/>
          <a:lstStyle>
            <a:lvl1pPr marL="0" indent="0">
              <a:buFontTx/>
              <a:buNone/>
              <a:defRPr>
                <a:solidFill>
                  <a:schemeClr val="tx1"/>
                </a:solidFill>
              </a:defRPr>
            </a:lvl1pPr>
            <a:lvl2pPr>
              <a:spcAft>
                <a:spcPts val="1200"/>
              </a:spcAft>
              <a:defRPr sz="1800">
                <a:solidFill>
                  <a:schemeClr val="tx1"/>
                </a:solidFill>
              </a:defRPr>
            </a:lvl2pPr>
            <a:lvl3pPr marL="0" indent="0">
              <a:buFontTx/>
              <a:buNone/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 marL="0" indent="0">
              <a:spcAft>
                <a:spcPts val="600"/>
              </a:spcAft>
              <a:buFontTx/>
              <a:buNone/>
              <a:defRPr sz="1400">
                <a:solidFill>
                  <a:schemeClr val="tx1"/>
                </a:solidFill>
              </a:defRPr>
            </a:lvl5pPr>
            <a:lvl6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400" indent="-28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lang="de-DE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4400" indent="-2844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 typeface="+mj-lt"/>
              <a:buAutoNum type="arabicPeriod"/>
              <a:defRPr lang="de-DE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8E3FC124-842F-D1CD-4F40-5308A450CA3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/>
          </p:nvPr>
        </p:nvSpPr>
        <p:spPr>
          <a:xfrm>
            <a:off x="8150552" y="2139304"/>
            <a:ext cx="3384000" cy="41688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0339FC7F-D0ED-3375-0272-6F5A4DC737C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7" name="Gerade Verbindung 1">
            <a:extLst>
              <a:ext uri="{FF2B5EF4-FFF2-40B4-BE49-F238E27FC236}">
                <a16:creationId xmlns:a16="http://schemas.microsoft.com/office/drawing/2014/main" id="{1CA93368-53E7-6ED9-C376-F674C192B3F9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78897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sfoli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0638" y="1062000"/>
            <a:ext cx="10833914" cy="432000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Titel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C14C33D-CB23-46B1-A276-1C2E57119764}" type="datetime1">
              <a:rPr lang="de-DE" smtClean="0"/>
              <a:pPr/>
              <a:t>12.10.2026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3F33C6B8-C2B8-DF7C-C767-299DCBA5128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0" hasCustomPrompt="1"/>
          </p:nvPr>
        </p:nvSpPr>
        <p:spPr>
          <a:xfrm>
            <a:off x="700638" y="4688089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3" name="Bildplatzhalter 10">
            <a:extLst>
              <a:ext uri="{FF2B5EF4-FFF2-40B4-BE49-F238E27FC236}">
                <a16:creationId xmlns:a16="http://schemas.microsoft.com/office/drawing/2014/main" id="{63FBA75D-02B1-B8F8-3894-AF2532DA3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1" hasCustomPrompt="1"/>
          </p:nvPr>
        </p:nvSpPr>
        <p:spPr>
          <a:xfrm>
            <a:off x="2532621" y="4688089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4" name="Bildplatzhalter 10">
            <a:extLst>
              <a:ext uri="{FF2B5EF4-FFF2-40B4-BE49-F238E27FC236}">
                <a16:creationId xmlns:a16="http://schemas.microsoft.com/office/drawing/2014/main" id="{7C3ADA8B-3C4E-1D4B-4AFC-E5670FBE32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2" hasCustomPrompt="1"/>
          </p:nvPr>
        </p:nvSpPr>
        <p:spPr>
          <a:xfrm>
            <a:off x="4364604" y="4688089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5" name="Bildplatzhalter 10">
            <a:extLst>
              <a:ext uri="{FF2B5EF4-FFF2-40B4-BE49-F238E27FC236}">
                <a16:creationId xmlns:a16="http://schemas.microsoft.com/office/drawing/2014/main" id="{8904CEFC-747C-4383-7A87-FA5A110463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3" hasCustomPrompt="1"/>
          </p:nvPr>
        </p:nvSpPr>
        <p:spPr>
          <a:xfrm>
            <a:off x="6196587" y="4688089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6" name="Bildplatzhalter 10">
            <a:extLst>
              <a:ext uri="{FF2B5EF4-FFF2-40B4-BE49-F238E27FC236}">
                <a16:creationId xmlns:a16="http://schemas.microsoft.com/office/drawing/2014/main" id="{195BC13C-6C89-834A-0D99-FDCCA801D8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4" hasCustomPrompt="1"/>
          </p:nvPr>
        </p:nvSpPr>
        <p:spPr>
          <a:xfrm>
            <a:off x="8028570" y="4688089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7" name="Bildplatzhalter 10">
            <a:extLst>
              <a:ext uri="{FF2B5EF4-FFF2-40B4-BE49-F238E27FC236}">
                <a16:creationId xmlns:a16="http://schemas.microsoft.com/office/drawing/2014/main" id="{74B62180-2183-3B65-E6AC-7450D5CA598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5" hasCustomPrompt="1"/>
          </p:nvPr>
        </p:nvSpPr>
        <p:spPr>
          <a:xfrm>
            <a:off x="9860552" y="4688089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8" name="Bildplatzhalter 10">
            <a:extLst>
              <a:ext uri="{FF2B5EF4-FFF2-40B4-BE49-F238E27FC236}">
                <a16:creationId xmlns:a16="http://schemas.microsoft.com/office/drawing/2014/main" id="{88A8C4C9-E4B5-E2F2-E591-00FACDBFB5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6" hasCustomPrompt="1"/>
          </p:nvPr>
        </p:nvSpPr>
        <p:spPr>
          <a:xfrm>
            <a:off x="700638" y="5538103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19" name="Bildplatzhalter 10">
            <a:extLst>
              <a:ext uri="{FF2B5EF4-FFF2-40B4-BE49-F238E27FC236}">
                <a16:creationId xmlns:a16="http://schemas.microsoft.com/office/drawing/2014/main" id="{C4F2C074-1B97-8378-73FC-43019B43E25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7" hasCustomPrompt="1"/>
          </p:nvPr>
        </p:nvSpPr>
        <p:spPr>
          <a:xfrm>
            <a:off x="2532621" y="5538103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20" name="Bildplatzhalter 10">
            <a:extLst>
              <a:ext uri="{FF2B5EF4-FFF2-40B4-BE49-F238E27FC236}">
                <a16:creationId xmlns:a16="http://schemas.microsoft.com/office/drawing/2014/main" id="{747CE5CC-3289-D933-06C3-E65798EE31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8" hasCustomPrompt="1"/>
          </p:nvPr>
        </p:nvSpPr>
        <p:spPr>
          <a:xfrm>
            <a:off x="4364604" y="5538103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21" name="Bildplatzhalter 10">
            <a:extLst>
              <a:ext uri="{FF2B5EF4-FFF2-40B4-BE49-F238E27FC236}">
                <a16:creationId xmlns:a16="http://schemas.microsoft.com/office/drawing/2014/main" id="{84ED556B-178B-9B43-C484-20BD5C34CFB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29" hasCustomPrompt="1"/>
          </p:nvPr>
        </p:nvSpPr>
        <p:spPr>
          <a:xfrm>
            <a:off x="6196587" y="5538103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22" name="Bildplatzhalter 10">
            <a:extLst>
              <a:ext uri="{FF2B5EF4-FFF2-40B4-BE49-F238E27FC236}">
                <a16:creationId xmlns:a16="http://schemas.microsoft.com/office/drawing/2014/main" id="{D08337A6-82B7-CE84-C548-8E1BCE2BC03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0" hasCustomPrompt="1"/>
          </p:nvPr>
        </p:nvSpPr>
        <p:spPr>
          <a:xfrm>
            <a:off x="8028570" y="5538103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23" name="Bildplatzhalter 10">
            <a:extLst>
              <a:ext uri="{FF2B5EF4-FFF2-40B4-BE49-F238E27FC236}">
                <a16:creationId xmlns:a16="http://schemas.microsoft.com/office/drawing/2014/main" id="{89201C95-9B13-D4FB-028C-979CE67743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31" hasCustomPrompt="1"/>
          </p:nvPr>
        </p:nvSpPr>
        <p:spPr>
          <a:xfrm>
            <a:off x="9860552" y="5538103"/>
            <a:ext cx="1674000" cy="676800"/>
          </a:xfrm>
          <a:noFill/>
        </p:spPr>
        <p:txBody>
          <a:bodyPr anchor="ctr" anchorCtr="0"/>
          <a:lstStyle>
            <a:lvl1pPr algn="ctr">
              <a:defRPr sz="1000" cap="all" baseline="0"/>
            </a:lvl1pPr>
          </a:lstStyle>
          <a:p>
            <a:r>
              <a:rPr lang="de-DE" dirty="0"/>
              <a:t>Logo eingeben</a:t>
            </a:r>
          </a:p>
        </p:txBody>
      </p:sp>
      <p:sp>
        <p:nvSpPr>
          <p:cNvPr id="24" name="Bildplatzhalter 7">
            <a:extLst>
              <a:ext uri="{FF2B5EF4-FFF2-40B4-BE49-F238E27FC236}">
                <a16:creationId xmlns:a16="http://schemas.microsoft.com/office/drawing/2014/main" id="{81D19BEF-318E-8546-C7F9-ED628D2D7C8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700638" y="1637664"/>
            <a:ext cx="1047600" cy="1256400"/>
          </a:xfrm>
          <a:noFill/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0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5" name="Bildplatzhalter 7">
            <a:extLst>
              <a:ext uri="{FF2B5EF4-FFF2-40B4-BE49-F238E27FC236}">
                <a16:creationId xmlns:a16="http://schemas.microsoft.com/office/drawing/2014/main" id="{4B6E7660-EAC2-96F6-96B8-BC2EE245A5EB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2" hasCustomPrompt="1"/>
          </p:nvPr>
        </p:nvSpPr>
        <p:spPr>
          <a:xfrm>
            <a:off x="700638" y="3156763"/>
            <a:ext cx="1047600" cy="1256400"/>
          </a:xfrm>
          <a:noFill/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0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6" name="Bildplatzhalter 7">
            <a:extLst>
              <a:ext uri="{FF2B5EF4-FFF2-40B4-BE49-F238E27FC236}">
                <a16:creationId xmlns:a16="http://schemas.microsoft.com/office/drawing/2014/main" id="{91CA1D8A-F4FB-6B3B-8291-111F002A26AC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3" hasCustomPrompt="1"/>
          </p:nvPr>
        </p:nvSpPr>
        <p:spPr>
          <a:xfrm>
            <a:off x="4408497" y="1637664"/>
            <a:ext cx="1047600" cy="1256400"/>
          </a:xfrm>
          <a:noFill/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0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7" name="Bildplatzhalter 7">
            <a:extLst>
              <a:ext uri="{FF2B5EF4-FFF2-40B4-BE49-F238E27FC236}">
                <a16:creationId xmlns:a16="http://schemas.microsoft.com/office/drawing/2014/main" id="{70E1FCBA-FF30-056B-C68C-39BB9189A0FD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4" hasCustomPrompt="1"/>
          </p:nvPr>
        </p:nvSpPr>
        <p:spPr>
          <a:xfrm>
            <a:off x="4408497" y="3156763"/>
            <a:ext cx="1047600" cy="1256400"/>
          </a:xfrm>
          <a:noFill/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0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8" name="Bildplatzhalter 7">
            <a:extLst>
              <a:ext uri="{FF2B5EF4-FFF2-40B4-BE49-F238E27FC236}">
                <a16:creationId xmlns:a16="http://schemas.microsoft.com/office/drawing/2014/main" id="{E13526D3-8F13-FF5A-96A3-14E8519B5E6E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5" hasCustomPrompt="1"/>
          </p:nvPr>
        </p:nvSpPr>
        <p:spPr>
          <a:xfrm>
            <a:off x="8111492" y="1637664"/>
            <a:ext cx="1047600" cy="1256400"/>
          </a:xfrm>
          <a:noFill/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0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9" name="Bildplatzhalter 7">
            <a:extLst>
              <a:ext uri="{FF2B5EF4-FFF2-40B4-BE49-F238E27FC236}">
                <a16:creationId xmlns:a16="http://schemas.microsoft.com/office/drawing/2014/main" id="{2AFA76DD-0455-50A0-9036-A2FC9CB0B7E9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36" hasCustomPrompt="1"/>
          </p:nvPr>
        </p:nvSpPr>
        <p:spPr>
          <a:xfrm>
            <a:off x="8111492" y="3156763"/>
            <a:ext cx="1047600" cy="1256400"/>
          </a:xfrm>
          <a:noFill/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0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32" name="Textplatzhalter 9">
            <a:extLst>
              <a:ext uri="{FF2B5EF4-FFF2-40B4-BE49-F238E27FC236}">
                <a16:creationId xmlns:a16="http://schemas.microsoft.com/office/drawing/2014/main" id="{741A4C44-0E32-9DC5-7267-32DC07101E8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7" hasCustomPrompt="1"/>
          </p:nvPr>
        </p:nvSpPr>
        <p:spPr>
          <a:xfrm>
            <a:off x="2010336" y="1637664"/>
            <a:ext cx="2196285" cy="12564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800">
                <a:solidFill>
                  <a:schemeClr val="tx1"/>
                </a:solidFill>
              </a:defRPr>
            </a:lvl5pPr>
            <a:lvl6pPr>
              <a:defRPr sz="800"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de-DE" dirty="0"/>
              <a:t>Text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3" name="Textplatzhalter 9">
            <a:extLst>
              <a:ext uri="{FF2B5EF4-FFF2-40B4-BE49-F238E27FC236}">
                <a16:creationId xmlns:a16="http://schemas.microsoft.com/office/drawing/2014/main" id="{99B23C90-6D5A-A798-B366-235AE70E688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8" hasCustomPrompt="1"/>
          </p:nvPr>
        </p:nvSpPr>
        <p:spPr>
          <a:xfrm>
            <a:off x="2010336" y="3156763"/>
            <a:ext cx="2196285" cy="12564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800"/>
            </a:lvl5pPr>
            <a:lvl6pPr>
              <a:defRPr sz="800"/>
            </a:lvl6pPr>
          </a:lstStyle>
          <a:p>
            <a:pPr lvl="0"/>
            <a:r>
              <a:rPr lang="de-DE" dirty="0"/>
              <a:t>Text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4" name="Textplatzhalter 9">
            <a:extLst>
              <a:ext uri="{FF2B5EF4-FFF2-40B4-BE49-F238E27FC236}">
                <a16:creationId xmlns:a16="http://schemas.microsoft.com/office/drawing/2014/main" id="{68C962FB-97EF-6361-9A6C-789C4A2AB4A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39" hasCustomPrompt="1"/>
          </p:nvPr>
        </p:nvSpPr>
        <p:spPr>
          <a:xfrm>
            <a:off x="5685652" y="1637664"/>
            <a:ext cx="2196285" cy="12564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800"/>
            </a:lvl5pPr>
            <a:lvl6pPr>
              <a:defRPr sz="800"/>
            </a:lvl6pPr>
          </a:lstStyle>
          <a:p>
            <a:pPr lvl="0"/>
            <a:r>
              <a:rPr lang="de-DE" dirty="0"/>
              <a:t>Text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5" name="Textplatzhalter 9">
            <a:extLst>
              <a:ext uri="{FF2B5EF4-FFF2-40B4-BE49-F238E27FC236}">
                <a16:creationId xmlns:a16="http://schemas.microsoft.com/office/drawing/2014/main" id="{F7134E13-FF39-9947-DF78-E680C10ADC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0" hasCustomPrompt="1"/>
          </p:nvPr>
        </p:nvSpPr>
        <p:spPr>
          <a:xfrm>
            <a:off x="5685652" y="3156763"/>
            <a:ext cx="2196285" cy="12564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800"/>
            </a:lvl5pPr>
            <a:lvl6pPr>
              <a:defRPr sz="800"/>
            </a:lvl6pPr>
          </a:lstStyle>
          <a:p>
            <a:pPr lvl="0"/>
            <a:r>
              <a:rPr lang="de-DE" dirty="0"/>
              <a:t>Text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6" name="Textplatzhalter 9">
            <a:extLst>
              <a:ext uri="{FF2B5EF4-FFF2-40B4-BE49-F238E27FC236}">
                <a16:creationId xmlns:a16="http://schemas.microsoft.com/office/drawing/2014/main" id="{C7AEC031-34CD-0CE7-A5D2-ABA1119355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1" hasCustomPrompt="1"/>
          </p:nvPr>
        </p:nvSpPr>
        <p:spPr>
          <a:xfrm>
            <a:off x="9400277" y="1637664"/>
            <a:ext cx="2132911" cy="12564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800"/>
            </a:lvl5pPr>
            <a:lvl6pPr>
              <a:defRPr sz="800"/>
            </a:lvl6pPr>
          </a:lstStyle>
          <a:p>
            <a:pPr lvl="0"/>
            <a:r>
              <a:rPr lang="de-DE" dirty="0"/>
              <a:t>Text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7" name="Textplatzhalter 9">
            <a:extLst>
              <a:ext uri="{FF2B5EF4-FFF2-40B4-BE49-F238E27FC236}">
                <a16:creationId xmlns:a16="http://schemas.microsoft.com/office/drawing/2014/main" id="{3F9EBE1A-1349-CD3A-1EC7-4FC37ED44A3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42" hasCustomPrompt="1"/>
          </p:nvPr>
        </p:nvSpPr>
        <p:spPr>
          <a:xfrm>
            <a:off x="9400277" y="3156763"/>
            <a:ext cx="2132911" cy="1256400"/>
          </a:xfrm>
        </p:spPr>
        <p:txBody>
          <a:bodyPr/>
          <a:lstStyle>
            <a:lvl1pPr>
              <a:spcAft>
                <a:spcPts val="600"/>
              </a:spcAft>
              <a:defRPr sz="1600">
                <a:solidFill>
                  <a:schemeClr val="tx1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>
              <a:defRPr sz="1400"/>
            </a:lvl3pPr>
            <a:lvl4pPr>
              <a:defRPr sz="1400"/>
            </a:lvl4pPr>
            <a:lvl5pPr>
              <a:defRPr sz="800"/>
            </a:lvl5pPr>
            <a:lvl6pPr>
              <a:defRPr sz="800"/>
            </a:lvl6pPr>
          </a:lstStyle>
          <a:p>
            <a:pPr lvl="0"/>
            <a:r>
              <a:rPr lang="de-DE" dirty="0"/>
              <a:t>Text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</p:txBody>
      </p: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897B914C-AFF7-4E6B-C2B2-E00B7FB4434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9" name="Gerade Verbindung 1">
            <a:extLst>
              <a:ext uri="{FF2B5EF4-FFF2-40B4-BE49-F238E27FC236}">
                <a16:creationId xmlns:a16="http://schemas.microsoft.com/office/drawing/2014/main" id="{AEA958CD-DDCF-DD00-C1DC-298FF1F34BFF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124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llenangabe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5845C68-AC63-4634-9995-2123BC9D9ABA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36A2865F-17CC-71DC-BBA0-0BB2F8D48A8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0638" y="1062038"/>
            <a:ext cx="3351068" cy="4320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24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Quellenangaben</a:t>
            </a:r>
          </a:p>
        </p:txBody>
      </p:sp>
      <p:sp>
        <p:nvSpPr>
          <p:cNvPr id="38" name="Textplatzhalter 8">
            <a:extLst>
              <a:ext uri="{FF2B5EF4-FFF2-40B4-BE49-F238E27FC236}">
                <a16:creationId xmlns:a16="http://schemas.microsoft.com/office/drawing/2014/main" id="{D3E3E071-7E40-B388-42F1-717E2A68D35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700638" y="1747565"/>
            <a:ext cx="10832400" cy="4561159"/>
          </a:xfrm>
        </p:spPr>
        <p:txBody>
          <a:bodyPr numCol="2" spcCol="360000"/>
          <a:lstStyle>
            <a:lvl1pPr marL="230400" indent="-230400">
              <a:lnSpc>
                <a:spcPct val="100000"/>
              </a:lnSpc>
              <a:spcAft>
                <a:spcPts val="1200"/>
              </a:spcAft>
              <a:buClr>
                <a:srgbClr val="5E8AC7"/>
              </a:buClr>
              <a:buFont typeface="+mj-lt"/>
              <a:buAutoNum type="arabicPeriod"/>
              <a:defRPr lang="de-DE" sz="1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5pPr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" name="Bildplatzhalter 12">
            <a:extLst>
              <a:ext uri="{FF2B5EF4-FFF2-40B4-BE49-F238E27FC236}">
                <a16:creationId xmlns:a16="http://schemas.microsoft.com/office/drawing/2014/main" id="{93159B87-D6B5-9A86-C020-6309A4BD842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cxnSp>
        <p:nvCxnSpPr>
          <p:cNvPr id="10" name="Gerade Verbindung 1">
            <a:extLst>
              <a:ext uri="{FF2B5EF4-FFF2-40B4-BE49-F238E27FC236}">
                <a16:creationId xmlns:a16="http://schemas.microsoft.com/office/drawing/2014/main" id="{D6E0D588-70A7-26ED-BF25-1990DDCE8DCB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94677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5672889-83A8-4107-B922-75922A894187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cxnSp>
        <p:nvCxnSpPr>
          <p:cNvPr id="9" name="Gerade Verbindung 1">
            <a:extLst>
              <a:ext uri="{FF2B5EF4-FFF2-40B4-BE49-F238E27FC236}">
                <a16:creationId xmlns:a16="http://schemas.microsoft.com/office/drawing/2014/main" id="{377C0936-BBC7-4EA6-37C1-B69F933E08B1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4800" y="900816"/>
            <a:ext cx="10839422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Bildplatzhalter 12">
            <a:extLst>
              <a:ext uri="{FF2B5EF4-FFF2-40B4-BE49-F238E27FC236}">
                <a16:creationId xmlns:a16="http://schemas.microsoft.com/office/drawing/2014/main" id="{7CE67FE5-8484-C9D8-9C00-8969F32D6C6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9875078" y="234000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04848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6F5B7B-38F1-480A-9DD2-4B293155F1C1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5075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seite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236FD502-5DF6-7A71-0579-096682CFD252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0 w 12192000"/>
              <a:gd name="csY0" fmla="*/ 0 h 6858000"/>
              <a:gd name="csX1" fmla="*/ 373403 w 12192000"/>
              <a:gd name="csY1" fmla="*/ 0 h 6858000"/>
              <a:gd name="csX2" fmla="*/ 373403 w 12192000"/>
              <a:gd name="csY2" fmla="*/ 3351600 h 6858000"/>
              <a:gd name="csX3" fmla="*/ 6241403 w 12192000"/>
              <a:gd name="csY3" fmla="*/ 3351600 h 6858000"/>
              <a:gd name="csX4" fmla="*/ 6241403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373403" y="0"/>
                </a:lnTo>
                <a:lnTo>
                  <a:pt x="373403" y="3351600"/>
                </a:lnTo>
                <a:lnTo>
                  <a:pt x="6241403" y="3351600"/>
                </a:lnTo>
                <a:lnTo>
                  <a:pt x="6241403" y="0"/>
                </a:ln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36000" anchor="ctr" anchorCtr="0">
            <a:noAutofit/>
          </a:bodyPr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0638" y="1062038"/>
            <a:ext cx="5258373" cy="7635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3" name="Textplatzhalter 14">
            <a:extLst>
              <a:ext uri="{FF2B5EF4-FFF2-40B4-BE49-F238E27FC236}">
                <a16:creationId xmlns:a16="http://schemas.microsoft.com/office/drawing/2014/main" id="{376F66FC-66F4-920E-2793-3D143FFC50D8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659013" y="191218"/>
            <a:ext cx="1825200" cy="59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F687D748-83F9-3184-0F2A-21793B8F5F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9"/>
          </p:nvPr>
        </p:nvSpPr>
        <p:spPr>
          <a:xfrm>
            <a:off x="700638" y="2049748"/>
            <a:ext cx="5259600" cy="1227137"/>
          </a:xfrm>
        </p:spPr>
        <p:txBody>
          <a:bodyPr/>
          <a:lstStyle>
            <a:lvl1pPr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  <a:lvl2pPr>
              <a:spcAft>
                <a:spcPts val="0"/>
              </a:spcAft>
              <a:defRPr sz="1400">
                <a:solidFill>
                  <a:schemeClr val="bg1"/>
                </a:solidFill>
              </a:defRPr>
            </a:lvl2pPr>
            <a:lvl3pPr>
              <a:spcAft>
                <a:spcPts val="0"/>
              </a:spcAft>
              <a:defRPr sz="1200">
                <a:solidFill>
                  <a:schemeClr val="bg1"/>
                </a:solidFill>
              </a:defRPr>
            </a:lvl3pPr>
            <a:lvl4pPr>
              <a:spcAft>
                <a:spcPts val="0"/>
              </a:spcAft>
              <a:defRPr sz="1200">
                <a:solidFill>
                  <a:schemeClr val="bg1"/>
                </a:solidFill>
              </a:defRPr>
            </a:lvl4pPr>
            <a:lvl5pPr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  <a:lvl6pPr>
              <a:spcAft>
                <a:spcPts val="0"/>
              </a:spcAft>
              <a:defRPr sz="1600">
                <a:solidFill>
                  <a:schemeClr val="bg1"/>
                </a:solidFill>
              </a:defRPr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6024901B-4309-6316-DAA0-E981B9476C22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5640" y="898935"/>
            <a:ext cx="52524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775739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seite 2">
    <p:bg>
      <p:bgPr>
        <a:solidFill>
          <a:srgbClr val="0224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5">
            <a:extLst>
              <a:ext uri="{FF2B5EF4-FFF2-40B4-BE49-F238E27FC236}">
                <a16:creationId xmlns:a16="http://schemas.microsoft.com/office/drawing/2014/main" id="{0D6960F7-811D-F105-05A1-D5380395B29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body" sz="quarter" idx="14" hasCustomPrompt="1"/>
          </p:nvPr>
        </p:nvSpPr>
        <p:spPr>
          <a:xfrm>
            <a:off x="9259715" y="3926763"/>
            <a:ext cx="2932285" cy="2931237"/>
          </a:xfr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spcAft>
                <a:spcPts val="0"/>
              </a:spcAft>
              <a:buFontTx/>
              <a:buNone/>
              <a:defRPr sz="200"/>
            </a:lvl1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2623" y="5021947"/>
            <a:ext cx="8165152" cy="12867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4FE3103-7C4D-045F-6A9F-16777D7AAF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12505" y="3692765"/>
            <a:ext cx="1533545" cy="1358412"/>
          </a:xfrm>
        </p:spPr>
        <p:txBody>
          <a:bodyPr tIns="0" bIns="0" anchor="b" anchorCtr="0"/>
          <a:lstStyle>
            <a:lvl1pPr marL="0" indent="0">
              <a:lnSpc>
                <a:spcPts val="10000"/>
              </a:lnSpc>
              <a:spcAft>
                <a:spcPts val="0"/>
              </a:spcAft>
              <a:buFontTx/>
              <a:buNone/>
              <a:defRPr lang="de-DE" sz="100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6A6ABB20-9A1E-F6DB-0F76-365787D443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659013" y="191218"/>
            <a:ext cx="1825200" cy="59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 dirty="0"/>
              <a:t> 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95023C73-00E7-16D5-972F-C34BD952931C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5640" y="898935"/>
            <a:ext cx="108396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7192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nnseit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CAFA67-9486-B15E-4573-6E6ACA775C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>
          <a:xfrm>
            <a:off x="702623" y="5021947"/>
            <a:ext cx="5252400" cy="12867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 bearbeiten 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9" name="Textplatzhalter 9">
            <a:extLst>
              <a:ext uri="{FF2B5EF4-FFF2-40B4-BE49-F238E27FC236}">
                <a16:creationId xmlns:a16="http://schemas.microsoft.com/office/drawing/2014/main" id="{E4FE3103-7C4D-045F-6A9F-16777D7AAF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 hasCustomPrompt="1"/>
          </p:nvPr>
        </p:nvSpPr>
        <p:spPr>
          <a:xfrm>
            <a:off x="612505" y="3692765"/>
            <a:ext cx="1533545" cy="1358412"/>
          </a:xfrm>
        </p:spPr>
        <p:txBody>
          <a:bodyPr tIns="0" bIns="0" anchor="b" anchorCtr="0"/>
          <a:lstStyle>
            <a:lvl1pPr marL="0" indent="0">
              <a:lnSpc>
                <a:spcPts val="10000"/>
              </a:lnSpc>
              <a:spcAft>
                <a:spcPts val="0"/>
              </a:spcAft>
              <a:buFontTx/>
              <a:buNone/>
              <a:defRPr lang="de-DE" sz="10000" b="1" kern="1200" dirty="0">
                <a:solidFill>
                  <a:srgbClr val="5AA1D8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defRPr>
            </a:lvl1pPr>
          </a:lstStyle>
          <a:p>
            <a:pPr lvl="0"/>
            <a:r>
              <a:rPr lang="de-DE" dirty="0"/>
              <a:t>00</a:t>
            </a:r>
          </a:p>
        </p:txBody>
      </p:sp>
      <p:sp>
        <p:nvSpPr>
          <p:cNvPr id="11" name="Textplatzhalter 14">
            <a:extLst>
              <a:ext uri="{FF2B5EF4-FFF2-40B4-BE49-F238E27FC236}">
                <a16:creationId xmlns:a16="http://schemas.microsoft.com/office/drawing/2014/main" id="{6A6ABB20-9A1E-F6DB-0F76-365787D4436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8" hasCustomPrompt="1"/>
          </p:nvPr>
        </p:nvSpPr>
        <p:spPr>
          <a:xfrm>
            <a:off x="659013" y="191218"/>
            <a:ext cx="1825200" cy="5904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200"/>
            </a:lvl1pPr>
            <a:lvl2pPr>
              <a:defRPr sz="200"/>
            </a:lvl2pPr>
            <a:lvl3pPr>
              <a:defRPr sz="200"/>
            </a:lvl3pPr>
            <a:lvl4pPr>
              <a:defRPr sz="200"/>
            </a:lvl4pPr>
            <a:lvl5pPr>
              <a:defRPr sz="200"/>
            </a:lvl5pPr>
          </a:lstStyle>
          <a:p>
            <a:pPr lvl="0"/>
            <a:r>
              <a:rPr lang="de-DE" dirty="0"/>
              <a:t> </a:t>
            </a:r>
          </a:p>
        </p:txBody>
      </p:sp>
      <p:sp>
        <p:nvSpPr>
          <p:cNvPr id="3" name="Bildplatzhalter 7">
            <a:extLst>
              <a:ext uri="{FF2B5EF4-FFF2-40B4-BE49-F238E27FC236}">
                <a16:creationId xmlns:a16="http://schemas.microsoft.com/office/drawing/2014/main" id="{D17850BE-ED2A-8B5F-FCD9-3F388F47FEB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6255228" y="0"/>
            <a:ext cx="5936772" cy="6858000"/>
          </a:xfrm>
          <a:solidFill>
            <a:schemeClr val="bg1">
              <a:lumMod val="95000"/>
            </a:schemeClr>
          </a:solidFill>
        </p:spPr>
        <p:txBody>
          <a:bodyPr tIns="36000" anchor="ctr" anchorCtr="0"/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E99C47E3-9F91-D4B6-443C-B4190054BA9D}"/>
              </a:ext>
            </a:extLst>
          </p:cNvPr>
          <p:cNvCxnSpPr>
            <a:cxnSpLocks noGrp="1" noRot="1" noMove="1" noResize="1" noEditPoints="1" noAdjustHandles="1" noChangeArrowheads="1" noChangeShapeType="1"/>
          </p:cNvCxnSpPr>
          <p:nvPr userDrawn="1"/>
        </p:nvCxnSpPr>
        <p:spPr>
          <a:xfrm>
            <a:off x="695640" y="898935"/>
            <a:ext cx="5252400" cy="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7096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luss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hteck 26">
            <a:extLst>
              <a:ext uri="{FF2B5EF4-FFF2-40B4-BE49-F238E27FC236}">
                <a16:creationId xmlns:a16="http://schemas.microsoft.com/office/drawing/2014/main" id="{92640799-A3CF-A4CC-1547-6920CE42CED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71475" y="4054202"/>
            <a:ext cx="5869262" cy="233050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Bildplatzhalter 24">
            <a:extLst>
              <a:ext uri="{FF2B5EF4-FFF2-40B4-BE49-F238E27FC236}">
                <a16:creationId xmlns:a16="http://schemas.microsoft.com/office/drawing/2014/main" id="{224423B0-CE73-026A-EBD5-EA5F9CDA7BC5}"/>
              </a:ext>
            </a:extLst>
          </p:cNvPr>
          <p:cNvSpPr>
            <a:spLocks noGrp="1" noRot="1" noChangeAspect="1" noMove="1" noResize="1" noEditPoints="1" noAdjustHandles="1" noChangeArrowheads="1" noChangeShapeType="1"/>
          </p:cNvSpPr>
          <p:nvPr>
            <p:ph type="pic" sz="quarter" idx="16" hasCustomPrompt="1"/>
          </p:nvPr>
        </p:nvSpPr>
        <p:spPr>
          <a:xfrm>
            <a:off x="5953038" y="0"/>
            <a:ext cx="6238962" cy="6858000"/>
          </a:xfrm>
          <a:custGeom>
            <a:avLst/>
            <a:gdLst>
              <a:gd name="csX0" fmla="*/ 0 w 6238962"/>
              <a:gd name="csY0" fmla="*/ 0 h 6858000"/>
              <a:gd name="csX1" fmla="*/ 6238962 w 6238962"/>
              <a:gd name="csY1" fmla="*/ 0 h 6858000"/>
              <a:gd name="csX2" fmla="*/ 6238962 w 6238962"/>
              <a:gd name="csY2" fmla="*/ 6858000 h 6858000"/>
              <a:gd name="csX3" fmla="*/ 0 w 6238962"/>
              <a:gd name="csY3" fmla="*/ 6858000 h 6858000"/>
              <a:gd name="csX4" fmla="*/ 0 w 6238962"/>
              <a:gd name="csY4" fmla="*/ 6384711 h 6858000"/>
              <a:gd name="csX5" fmla="*/ 287699 w 6238962"/>
              <a:gd name="csY5" fmla="*/ 6384711 h 6858000"/>
              <a:gd name="csX6" fmla="*/ 287699 w 6238962"/>
              <a:gd name="csY6" fmla="*/ 4054202 h 6858000"/>
              <a:gd name="csX7" fmla="*/ 0 w 6238962"/>
              <a:gd name="csY7" fmla="*/ 4054202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6238962" h="6858000">
                <a:moveTo>
                  <a:pt x="0" y="0"/>
                </a:moveTo>
                <a:lnTo>
                  <a:pt x="6238962" y="0"/>
                </a:lnTo>
                <a:lnTo>
                  <a:pt x="6238962" y="6858000"/>
                </a:lnTo>
                <a:lnTo>
                  <a:pt x="0" y="6858000"/>
                </a:lnTo>
                <a:lnTo>
                  <a:pt x="0" y="6384711"/>
                </a:lnTo>
                <a:lnTo>
                  <a:pt x="287699" y="6384711"/>
                </a:lnTo>
                <a:lnTo>
                  <a:pt x="287699" y="4054202"/>
                </a:lnTo>
                <a:lnTo>
                  <a:pt x="0" y="405420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tIns="36000" anchor="ctr" anchorCtr="0">
            <a:noAutofit/>
          </a:bodyPr>
          <a:lstStyle>
            <a:lvl1pPr marL="0" indent="0" algn="ctr">
              <a:spcAft>
                <a:spcPts val="0"/>
              </a:spcAft>
              <a:buFontTx/>
              <a:buNone/>
              <a:defRPr sz="1400"/>
            </a:lvl1pPr>
          </a:lstStyle>
          <a:p>
            <a:r>
              <a:rPr lang="de-DE" dirty="0"/>
              <a:t>Bild einfügen</a:t>
            </a:r>
          </a:p>
        </p:txBody>
      </p:sp>
      <p:sp>
        <p:nvSpPr>
          <p:cNvPr id="4" name="Bildplatzhalter 12">
            <a:extLst>
              <a:ext uri="{FF2B5EF4-FFF2-40B4-BE49-F238E27FC236}">
                <a16:creationId xmlns:a16="http://schemas.microsoft.com/office/drawing/2014/main" id="{F34BF2F6-725A-FF07-7B4C-155C996F824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7" hasCustomPrompt="1"/>
          </p:nvPr>
        </p:nvSpPr>
        <p:spPr>
          <a:xfrm>
            <a:off x="3110577" y="229631"/>
            <a:ext cx="1656834" cy="527050"/>
          </a:xfrm>
          <a:noFill/>
        </p:spPr>
        <p:txBody>
          <a:bodyPr anchor="ctr" anchorCtr="0"/>
          <a:lstStyle>
            <a:lvl1pPr algn="ctr">
              <a:buFontTx/>
              <a:buNone/>
              <a:defRPr lang="de-DE" sz="700" kern="1200" dirty="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</a:lstStyle>
          <a:p>
            <a:r>
              <a:rPr lang="de-DE" sz="700" dirty="0"/>
              <a:t>Optional: Co-Branding</a:t>
            </a:r>
            <a:endParaRPr lang="de-DE" dirty="0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F1C7468C-EF01-15BE-C415-F1A09D3A4F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1" hasCustomPrompt="1"/>
          </p:nvPr>
        </p:nvSpPr>
        <p:spPr>
          <a:xfrm>
            <a:off x="700638" y="1631200"/>
            <a:ext cx="4896000" cy="1800000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0"/>
              </a:spcAft>
              <a:defRPr sz="3000" b="1">
                <a:solidFill>
                  <a:schemeClr val="tx2"/>
                </a:solidFill>
                <a:latin typeface="+mj-lt"/>
              </a:defRPr>
            </a:lvl1pPr>
            <a:lvl2pPr>
              <a:spcAft>
                <a:spcPts val="600"/>
              </a:spcAft>
              <a:defRPr sz="1400"/>
            </a:lvl2pPr>
            <a:lvl3pPr>
              <a:defRPr sz="1200"/>
            </a:lvl3pPr>
            <a:lvl4pPr>
              <a:defRPr sz="1200"/>
            </a:lvl4pPr>
            <a:lvl5pPr>
              <a:defRPr sz="1000"/>
            </a:lvl5pPr>
            <a:lvl6pPr>
              <a:defRPr sz="1000"/>
            </a:lvl6pPr>
          </a:lstStyle>
          <a:p>
            <a:pPr lvl="0"/>
            <a:r>
              <a:rPr lang="de-DE" dirty="0"/>
              <a:t>Danksagung bearbeiten</a:t>
            </a:r>
            <a:br>
              <a:rPr lang="de-DE" dirty="0"/>
            </a:br>
            <a:r>
              <a:rPr lang="de-DE" dirty="0"/>
              <a:t>mehrzeilig möglich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B024DABD-CDD8-7B97-339A-BCDE98E4E5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0638" y="4445968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b="1" dirty="0">
                <a:solidFill>
                  <a:schemeClr val="bg1"/>
                </a:solidFill>
                <a:latin typeface="+mn-lt"/>
              </a:rPr>
              <a:t>Kontakt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1EE07CA-18A8-718B-9315-5294139C73D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2" hasCustomPrompt="1"/>
          </p:nvPr>
        </p:nvSpPr>
        <p:spPr>
          <a:xfrm>
            <a:off x="700638" y="4836721"/>
            <a:ext cx="5040000" cy="216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Name Nachname bearbeiten</a:t>
            </a:r>
          </a:p>
        </p:txBody>
      </p:sp>
      <p:sp>
        <p:nvSpPr>
          <p:cNvPr id="14" name="Textplatzhalter 12">
            <a:extLst>
              <a:ext uri="{FF2B5EF4-FFF2-40B4-BE49-F238E27FC236}">
                <a16:creationId xmlns:a16="http://schemas.microsoft.com/office/drawing/2014/main" id="{06F78C09-2365-0CDA-06BA-CA7DB127DDC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3" hasCustomPrompt="1"/>
          </p:nvPr>
        </p:nvSpPr>
        <p:spPr>
          <a:xfrm>
            <a:off x="1028700" y="5180930"/>
            <a:ext cx="4711938" cy="216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/>
              <a:t>+49 0000 000 00 bearbeiten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D9230B7-4622-F8A9-9EF0-8135D98030DE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0637" y="5180930"/>
            <a:ext cx="308009" cy="216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b="0" dirty="0">
                <a:solidFill>
                  <a:schemeClr val="bg1"/>
                </a:solidFill>
                <a:latin typeface="+mn-lt"/>
              </a:rPr>
              <a:t>Tel.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9175230-382A-0665-B296-D261B31FBC1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24" hasCustomPrompt="1"/>
          </p:nvPr>
        </p:nvSpPr>
        <p:spPr>
          <a:xfrm>
            <a:off x="700638" y="5525139"/>
            <a:ext cx="5040000" cy="216000"/>
          </a:xfr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buNone/>
              <a:defRPr/>
            </a:lvl2pPr>
          </a:lstStyle>
          <a:p>
            <a:pPr lvl="0"/>
            <a:r>
              <a:rPr lang="de-DE" dirty="0" err="1"/>
              <a:t>name.nachname@uni-wuerzburg</a:t>
            </a:r>
            <a:r>
              <a:rPr lang="de-DE" dirty="0"/>
              <a:t> bearbeiten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2D65ED5-158D-BC26-25DF-07761702FB68}"/>
              </a:ext>
            </a:extLst>
          </p:cNvPr>
          <p:cNvSpPr txBox="1"/>
          <p:nvPr userDrawn="1"/>
        </p:nvSpPr>
        <p:spPr>
          <a:xfrm>
            <a:off x="700637" y="5869348"/>
            <a:ext cx="1838332" cy="24721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de-DE" sz="1600" b="0" dirty="0">
                <a:solidFill>
                  <a:schemeClr val="bg1"/>
                </a:solidFill>
                <a:latin typeface="+mn-lt"/>
              </a:rPr>
              <a:t>uni-wuerzburg.de</a:t>
            </a:r>
          </a:p>
        </p:txBody>
      </p:sp>
      <p:sp>
        <p:nvSpPr>
          <p:cNvPr id="20" name="Rechteck 19">
            <a:hlinkClick r:id="rId2"/>
            <a:extLst>
              <a:ext uri="{FF2B5EF4-FFF2-40B4-BE49-F238E27FC236}">
                <a16:creationId xmlns:a16="http://schemas.microsoft.com/office/drawing/2014/main" id="{BE32F449-7D30-CAE4-F44A-90414896B76F}"/>
              </a:ext>
            </a:extLst>
          </p:cNvPr>
          <p:cNvSpPr>
            <a:spLocks/>
          </p:cNvSpPr>
          <p:nvPr userDrawn="1"/>
        </p:nvSpPr>
        <p:spPr>
          <a:xfrm>
            <a:off x="703140" y="5858876"/>
            <a:ext cx="1648695" cy="2681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de-DE" sz="1600" dirty="0"/>
          </a:p>
        </p:txBody>
      </p:sp>
    </p:spTree>
    <p:extLst>
      <p:ext uri="{BB962C8B-B14F-4D97-AF65-F5344CB8AC3E}">
        <p14:creationId xmlns:p14="http://schemas.microsoft.com/office/powerpoint/2010/main" val="7522424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rbcodes Anleit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6F5B7B-38F1-480A-9DD2-4B293155F1C1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 dirty="0"/>
              <a:t>Prof. Dr. Max Mustermann | Lehrstuhl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| Thema </a:t>
            </a:r>
            <a:r>
              <a:rPr lang="de-DE" dirty="0" err="1"/>
              <a:t>Nostrud</a:t>
            </a:r>
            <a:r>
              <a:rPr lang="de-DE" dirty="0"/>
              <a:t> </a:t>
            </a:r>
            <a:r>
              <a:rPr lang="de-DE" dirty="0" err="1"/>
              <a:t>exercitation</a:t>
            </a:r>
            <a:r>
              <a:rPr lang="de-DE" dirty="0"/>
              <a:t> </a:t>
            </a:r>
            <a:r>
              <a:rPr lang="de-DE" dirty="0" err="1"/>
              <a:t>ullamco</a:t>
            </a:r>
            <a:r>
              <a:rPr lang="de-DE" dirty="0"/>
              <a:t> </a:t>
            </a:r>
            <a:endParaRPr lang="de-DE" dirty="0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4F0BF83-4A64-9950-1A04-047417FA95E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948" y="2417805"/>
            <a:ext cx="1171800" cy="595866"/>
          </a:xfrm>
          <a:prstGeom prst="rect">
            <a:avLst/>
          </a:prstGeom>
          <a:solidFill>
            <a:srgbClr val="02246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#02246C</a:t>
            </a:r>
          </a:p>
          <a:p>
            <a:pPr algn="ctr">
              <a:lnSpc>
                <a:spcPts val="1110"/>
              </a:lnSpc>
            </a:pP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100 75 0 45</a:t>
            </a:r>
            <a:endParaRPr lang="de-DE" sz="1050" dirty="0">
              <a:solidFill>
                <a:schemeClr val="bg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8" name="Inhaltsplatzhalter 31">
            <a:extLst>
              <a:ext uri="{FF2B5EF4-FFF2-40B4-BE49-F238E27FC236}">
                <a16:creationId xmlns:a16="http://schemas.microsoft.com/office/drawing/2014/main" id="{5014EBA7-CE90-F99C-5442-37B75B3793A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8148" y="1809516"/>
            <a:ext cx="3604312" cy="295200"/>
          </a:xfrm>
          <a:prstGeom prst="rect">
            <a:avLst/>
          </a:prstGeom>
        </p:spPr>
        <p:txBody>
          <a:bodyPr vert="horz" lIns="0" tIns="0" rIns="0" bIns="34290" rtlCol="0" anchor="ctr" anchorCtr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1600" dirty="0">
                <a:latin typeface="+mj-lt"/>
                <a:cs typeface="Segoe UI Semilight" panose="020B0402040204020203" pitchFamily="34" charset="0"/>
              </a:rPr>
              <a:t>Text/Hintergrund</a:t>
            </a:r>
          </a:p>
        </p:txBody>
      </p:sp>
      <p:sp>
        <p:nvSpPr>
          <p:cNvPr id="10" name="Inhaltsplatzhalter 31">
            <a:extLst>
              <a:ext uri="{FF2B5EF4-FFF2-40B4-BE49-F238E27FC236}">
                <a16:creationId xmlns:a16="http://schemas.microsoft.com/office/drawing/2014/main" id="{C49364A8-9A9B-8BC4-31A3-CFD4FECD33D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1059" y="3999121"/>
            <a:ext cx="4391109" cy="295200"/>
          </a:xfrm>
          <a:prstGeom prst="rect">
            <a:avLst/>
          </a:prstGeom>
        </p:spPr>
        <p:txBody>
          <a:bodyPr vert="horz" lIns="0" tIns="0" rIns="0" bIns="3429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1600" dirty="0">
                <a:latin typeface="+mj-lt"/>
                <a:cs typeface="Segoe UI Semilight" panose="020B0402040204020203" pitchFamily="34" charset="0"/>
              </a:rPr>
              <a:t>Akzentfarben 1 - 6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2D0843A4-93FC-CD41-FCBB-43EAC331AA8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983829" y="2417805"/>
            <a:ext cx="1171800" cy="595866"/>
          </a:xfrm>
          <a:prstGeom prst="rect">
            <a:avLst/>
          </a:prstGeom>
          <a:solidFill>
            <a:schemeClr val="bg1"/>
          </a:solidFill>
          <a:ln w="31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#ffffff</a:t>
            </a:r>
          </a:p>
          <a:p>
            <a:pPr marL="0" marR="0" lvl="0" indent="0" algn="ctr" defTabSz="914400" rtl="0" eaLnBrk="1" fontAlgn="auto" latinLnBrk="0" hangingPunct="1">
              <a:lnSpc>
                <a:spcPts val="1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0 </a:t>
            </a:r>
            <a: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0</a:t>
            </a:r>
            <a:r>
              <a:rPr lang="pl-PL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 0 </a:t>
            </a:r>
            <a: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0</a:t>
            </a:r>
            <a:endParaRPr lang="de-DE" sz="1050" dirty="0">
              <a:solidFill>
                <a:schemeClr val="tx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55237F0F-ED1C-BD93-7D25-F762093FE8A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50041" y="4537965"/>
            <a:ext cx="1171800" cy="597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#821044</a:t>
            </a:r>
          </a:p>
          <a:p>
            <a:pPr algn="ctr">
              <a:lnSpc>
                <a:spcPts val="1110"/>
              </a:lnSpc>
            </a:pP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29 100 34 40</a:t>
            </a:r>
            <a:endParaRPr lang="de-DE" sz="900" dirty="0">
              <a:solidFill>
                <a:schemeClr val="bg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546EB55-AB29-7F06-3AC3-80AAC35E179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21169" y="4547673"/>
            <a:ext cx="1171800" cy="597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#ed6a5b</a:t>
            </a:r>
            <a:b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</a:b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0 70 60 0</a:t>
            </a:r>
            <a:endParaRPr lang="de-DE" sz="900" dirty="0">
              <a:solidFill>
                <a:schemeClr val="bg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4FD49BB-234E-6D9E-7291-C70E510AAFF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3259710" y="2417805"/>
            <a:ext cx="1171800" cy="59586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#000000</a:t>
            </a:r>
          </a:p>
          <a:p>
            <a:pPr marL="0" marR="0" lvl="0" indent="0" algn="ctr" defTabSz="914400" rtl="0" eaLnBrk="1" fontAlgn="auto" latinLnBrk="0" hangingPunct="1">
              <a:lnSpc>
                <a:spcPts val="11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0 </a:t>
            </a: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0</a:t>
            </a: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 0 </a:t>
            </a: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100</a:t>
            </a:r>
            <a:endParaRPr lang="de-DE" sz="1050" dirty="0">
              <a:solidFill>
                <a:schemeClr val="bg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D082C209-81F1-21D8-96B2-DFF9F763FA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792297" y="4546695"/>
            <a:ext cx="1171800" cy="597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#009485</a:t>
            </a:r>
            <a:b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</a:b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84 18 55 0</a:t>
            </a:r>
            <a:endParaRPr lang="de-DE" sz="900" dirty="0">
              <a:solidFill>
                <a:schemeClr val="bg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4E5DFD92-E663-98EA-8009-8B539020224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7785" y="4533680"/>
            <a:ext cx="1171800" cy="5958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#02246C</a:t>
            </a:r>
          </a:p>
          <a:p>
            <a:pPr algn="ctr">
              <a:lnSpc>
                <a:spcPts val="1110"/>
              </a:lnSpc>
            </a:pP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100 75 0 45</a:t>
            </a:r>
            <a:endParaRPr lang="de-DE" sz="900" dirty="0">
              <a:solidFill>
                <a:schemeClr val="bg1"/>
              </a:solidFill>
              <a:effectLst/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7A789371-5611-398B-409F-59FCF9C3A3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1978913" y="4533680"/>
            <a:ext cx="1171800" cy="59586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#5e8ac7</a:t>
            </a:r>
          </a:p>
          <a:p>
            <a:pPr algn="ctr">
              <a:lnSpc>
                <a:spcPts val="1110"/>
              </a:lnSpc>
            </a:pPr>
            <a:r>
              <a:rPr lang="pl-PL" sz="900" dirty="0">
                <a:solidFill>
                  <a:schemeClr val="bg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67 40 0 0</a:t>
            </a:r>
            <a:endParaRPr lang="de-DE" sz="900" dirty="0">
              <a:solidFill>
                <a:schemeClr val="bg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73F194D8-F3A8-9E3F-D470-CB104C7D2FF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63425" y="4546695"/>
            <a:ext cx="1171800" cy="597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#f8c300</a:t>
            </a:r>
            <a:b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</a:br>
            <a:r>
              <a:rPr lang="pl-PL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3 24 95 0</a:t>
            </a:r>
            <a:endParaRPr lang="de-DE" sz="900" dirty="0">
              <a:solidFill>
                <a:schemeClr val="tx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30" name="Rechteck 29">
            <a:extLst>
              <a:ext uri="{FF2B5EF4-FFF2-40B4-BE49-F238E27FC236}">
                <a16:creationId xmlns:a16="http://schemas.microsoft.com/office/drawing/2014/main" id="{DE700E5F-75ED-C950-C109-2D0A833F4D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4535591" y="2417805"/>
            <a:ext cx="1171800" cy="595866"/>
          </a:xfrm>
          <a:prstGeom prst="rect">
            <a:avLst/>
          </a:prstGeom>
          <a:solidFill>
            <a:srgbClr val="F1EBD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ts val="1110"/>
              </a:lnSpc>
            </a:pPr>
            <a: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Hex #f1ebdf</a:t>
            </a:r>
            <a:br>
              <a:rPr lang="de-DE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</a:br>
            <a:r>
              <a:rPr lang="pl-PL" sz="900" dirty="0">
                <a:solidFill>
                  <a:schemeClr val="tx1"/>
                </a:solidFill>
                <a:latin typeface="Segoe UI Semilight" panose="020B0402040204020203" pitchFamily="34" charset="0"/>
                <a:ea typeface="Calibri" panose="020F0502020204030204" pitchFamily="34" charset="0"/>
                <a:cs typeface="Segoe UI Semilight" panose="020B0402040204020203" pitchFamily="34" charset="0"/>
              </a:rPr>
              <a:t>CMYK 7 7 14 0</a:t>
            </a:r>
            <a:endParaRPr lang="de-DE" sz="900" dirty="0">
              <a:solidFill>
                <a:schemeClr val="tx1"/>
              </a:solidFill>
              <a:latin typeface="Segoe UI Semilight" panose="020B0402040204020203" pitchFamily="34" charset="0"/>
              <a:ea typeface="Calibri" panose="020F0502020204030204" pitchFamily="34" charset="0"/>
              <a:cs typeface="Segoe UI Semilight" panose="020B0402040204020203" pitchFamily="34" charset="0"/>
            </a:endParaRPr>
          </a:p>
        </p:txBody>
      </p:sp>
      <p:sp>
        <p:nvSpPr>
          <p:cNvPr id="34" name="Inhaltsplatzhalter 31">
            <a:extLst>
              <a:ext uri="{FF2B5EF4-FFF2-40B4-BE49-F238E27FC236}">
                <a16:creationId xmlns:a16="http://schemas.microsoft.com/office/drawing/2014/main" id="{E8B0B110-980F-979E-AF3E-A7242144533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2000" y="1062000"/>
            <a:ext cx="8094741" cy="403957"/>
          </a:xfrm>
          <a:prstGeom prst="rect">
            <a:avLst/>
          </a:prstGeom>
        </p:spPr>
        <p:txBody>
          <a:bodyPr vert="horz" wrap="square" lIns="0" tIns="0" rIns="0" bIns="3429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24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Farbcodes</a:t>
            </a:r>
          </a:p>
        </p:txBody>
      </p:sp>
      <p:sp>
        <p:nvSpPr>
          <p:cNvPr id="2" name="Inhaltsplatzhalter 31">
            <a:extLst>
              <a:ext uri="{FF2B5EF4-FFF2-40B4-BE49-F238E27FC236}">
                <a16:creationId xmlns:a16="http://schemas.microsoft.com/office/drawing/2014/main" id="{91B6ED52-B7E9-D349-99E3-529ECD0E04B7}"/>
              </a:ext>
            </a:extLst>
          </p:cNvPr>
          <p:cNvSpPr txBox="1"/>
          <p:nvPr userDrawn="1"/>
        </p:nvSpPr>
        <p:spPr>
          <a:xfrm>
            <a:off x="700637" y="5351328"/>
            <a:ext cx="4391109" cy="295200"/>
          </a:xfrm>
          <a:prstGeom prst="rect">
            <a:avLst/>
          </a:prstGeom>
        </p:spPr>
        <p:txBody>
          <a:bodyPr vert="horz" lIns="0" tIns="0" rIns="0" bIns="3429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Sekundärfarben für Diagramme</a:t>
            </a:r>
          </a:p>
        </p:txBody>
      </p:sp>
    </p:spTree>
    <p:extLst>
      <p:ext uri="{BB962C8B-B14F-4D97-AF65-F5344CB8AC3E}">
        <p14:creationId xmlns:p14="http://schemas.microsoft.com/office/powerpoint/2010/main" val="8186941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üßzeile Anleitu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34B165E-F0B9-687D-A07E-9FDDFDA7507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06F5B7B-38F1-480A-9DD2-4B293155F1C1}" type="datetime1">
              <a:rPr lang="de-DE" smtClean="0"/>
              <a:pPr/>
              <a:t>12.10.2026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C42A87-BDF9-A8A4-D909-AD0167CEC9F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C409929-1BB4-459B-8CCD-4A2C918AA6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/>
        <p:txBody>
          <a:bodyPr/>
          <a:lstStyle/>
          <a:p>
            <a:fld id="{B5668849-0F86-4EA6-9F49-716B87F6EA87}" type="slidenum">
              <a:rPr lang="de-DE" smtClean="0"/>
              <a:t>‹Nr.›</a:t>
            </a:fld>
            <a:endParaRPr lang="de-DE"/>
          </a:p>
        </p:txBody>
      </p:sp>
      <p:sp>
        <p:nvSpPr>
          <p:cNvPr id="17" name="Inhaltsplatzhalter 31">
            <a:extLst>
              <a:ext uri="{FF2B5EF4-FFF2-40B4-BE49-F238E27FC236}">
                <a16:creationId xmlns:a16="http://schemas.microsoft.com/office/drawing/2014/main" id="{A78C3318-946B-90B5-303D-D8058E3242E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8152" y="2532275"/>
            <a:ext cx="2860888" cy="2847574"/>
          </a:xfrm>
          <a:prstGeom prst="rect">
            <a:avLst/>
          </a:prstGeom>
        </p:spPr>
        <p:txBody>
          <a:bodyPr vert="horz" lIns="0" tIns="0" rIns="0" bIns="3429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1400" b="1" dirty="0">
                <a:latin typeface="+mn-lt"/>
                <a:cs typeface="Segoe UI Semilight" panose="020B0402040204020203" pitchFamily="34" charset="0"/>
              </a:rPr>
              <a:t>Titel und Datum auf der Titelseite sowie Fußzeile global pflegen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Registerkarte „Einfügen“ öffnen.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Auf „Kopf- und Fußzeile“ klicken.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Im Dialogfenster: „Datum und Uhrzeit“ aktivieren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„Fest“ auswählen.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Im Textfeld den gewünschten </a:t>
            </a:r>
            <a:br>
              <a:rPr lang="de-DE" sz="1400" dirty="0">
                <a:latin typeface="+mn-lt"/>
                <a:cs typeface="Segoe UI Semilight" panose="020B0402040204020203" pitchFamily="34" charset="0"/>
              </a:rPr>
            </a:br>
            <a:r>
              <a:rPr lang="de-DE" sz="1400" dirty="0">
                <a:latin typeface="+mn-lt"/>
                <a:cs typeface="Segoe UI Semilight" panose="020B0402040204020203" pitchFamily="34" charset="0"/>
              </a:rPr>
              <a:t>Titel | Datum eintragen.</a:t>
            </a:r>
          </a:p>
          <a:p>
            <a:pPr marL="285750" indent="-28575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de-DE" sz="1400" dirty="0">
                <a:latin typeface="+mn-lt"/>
                <a:cs typeface="Segoe UI Semilight" panose="020B0402040204020203" pitchFamily="34" charset="0"/>
              </a:rPr>
              <a:t>Für alle übernehmen</a:t>
            </a:r>
          </a:p>
        </p:txBody>
      </p:sp>
      <p:sp>
        <p:nvSpPr>
          <p:cNvPr id="25" name="Inhaltsplatzhalter 31">
            <a:extLst>
              <a:ext uri="{FF2B5EF4-FFF2-40B4-BE49-F238E27FC236}">
                <a16:creationId xmlns:a16="http://schemas.microsoft.com/office/drawing/2014/main" id="{F0EB7D66-1787-3927-B58E-59153013861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02000" y="1062000"/>
            <a:ext cx="8094741" cy="403957"/>
          </a:xfrm>
          <a:prstGeom prst="rect">
            <a:avLst/>
          </a:prstGeom>
        </p:spPr>
        <p:txBody>
          <a:bodyPr vert="horz" wrap="square" lIns="0" tIns="0" rIns="0" bIns="3429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Aptos Narrow" panose="020B00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de-DE" sz="2400" b="1" kern="1200" dirty="0">
                <a:solidFill>
                  <a:srgbClr val="02246C"/>
                </a:solidFill>
                <a:latin typeface="Segoe UI Semibold" panose="020B0702040204020203" pitchFamily="34" charset="0"/>
                <a:ea typeface="+mj-ea"/>
                <a:cs typeface="Segoe UI Semibold" panose="020B0702040204020203" pitchFamily="34" charset="0"/>
              </a:rPr>
              <a:t>Titel und Datum global einstellen</a:t>
            </a:r>
          </a:p>
        </p:txBody>
      </p:sp>
      <p:pic>
        <p:nvPicPr>
          <p:cNvPr id="31" name="Grafik 30">
            <a:extLst>
              <a:ext uri="{FF2B5EF4-FFF2-40B4-BE49-F238E27FC236}">
                <a16:creationId xmlns:a16="http://schemas.microsoft.com/office/drawing/2014/main" id="{E2CB89ED-E21E-B6C7-2B89-9062CF36745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30040" y="1992394"/>
            <a:ext cx="7404512" cy="38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187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2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68797AE-52B8-C8D7-1FB5-D16A43343F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/>
          </p:nvPr>
        </p:nvSpPr>
        <p:spPr>
          <a:xfrm>
            <a:off x="700638" y="1062038"/>
            <a:ext cx="10833914" cy="76358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BC0404-79F4-442C-7E64-9CD21A18A1E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"/>
          </p:nvPr>
        </p:nvSpPr>
        <p:spPr>
          <a:xfrm>
            <a:off x="700638" y="2139304"/>
            <a:ext cx="10833914" cy="400691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402104F-7AF9-6A66-850A-805F335C456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8876343" y="6477602"/>
            <a:ext cx="1440000" cy="216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fld id="{362C0441-3BC7-4943-9125-32629B316A28}" type="datetime1">
              <a:rPr lang="de-DE" smtClean="0"/>
              <a:pPr/>
              <a:t>12.10.2026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09027E8-4CDF-61E0-6630-E8AF8BF657A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3"/>
          </p:nvPr>
        </p:nvSpPr>
        <p:spPr>
          <a:xfrm>
            <a:off x="700637" y="6477602"/>
            <a:ext cx="5391877" cy="216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de-DE"/>
              <a:t>Prof. Dr. Max Mustermann | Lehrstuhl Lorem ipsum dolor | Thema Nostrud exercitation ullamco 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B7425DA-9A70-B517-02DD-7DC6FCE831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4"/>
          </p:nvPr>
        </p:nvSpPr>
        <p:spPr>
          <a:xfrm>
            <a:off x="11138939" y="6388118"/>
            <a:ext cx="395613" cy="469882"/>
          </a:xfrm>
          <a:prstGeom prst="rect">
            <a:avLst/>
          </a:prstGeom>
          <a:solidFill>
            <a:srgbClr val="02246C"/>
          </a:solidFill>
          <a:ln>
            <a:noFill/>
          </a:ln>
        </p:spPr>
        <p:txBody>
          <a:bodyPr vert="horz" lIns="0" tIns="0" rIns="0" bIns="72000" rtlCol="0" anchor="ctr"/>
          <a:lstStyle>
            <a:lvl1pPr algn="ctr">
              <a:defRPr sz="1000">
                <a:solidFill>
                  <a:schemeClr val="bg1"/>
                </a:solidFill>
              </a:defRPr>
            </a:lvl1pPr>
          </a:lstStyle>
          <a:p>
            <a:fld id="{B5668849-0F86-4EA6-9F49-716B87F6EA87}" type="slidenum">
              <a:rPr lang="de-DE" smtClean="0"/>
              <a:pPr/>
              <a:t>‹Nr.›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D9B60D7C-7EF2-BE63-3AEC-BD66BDD1B9BD}"/>
              </a:ext>
            </a:extLst>
          </p:cNvPr>
          <p:cNvPicPr>
            <a:picLocks noChangeAspect="1"/>
          </p:cNvPicPr>
          <p:nvPr userDrawn="1"/>
        </p:nvPicPr>
        <p:blipFill>
          <a:blip r:embed="rId2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038" y="-375943"/>
            <a:ext cx="885580" cy="260612"/>
          </a:xfrm>
          <a:prstGeom prst="rect">
            <a:avLst/>
          </a:prstGeom>
        </p:spPr>
      </p:pic>
      <p:sp>
        <p:nvSpPr>
          <p:cNvPr id="12" name="Textfeld 11">
            <a:extLst>
              <a:ext uri="{FF2B5EF4-FFF2-40B4-BE49-F238E27FC236}">
                <a16:creationId xmlns:a16="http://schemas.microsoft.com/office/drawing/2014/main" id="{5983B2E1-91DC-3369-6E77-447358290AAA}"/>
              </a:ext>
            </a:extLst>
          </p:cNvPr>
          <p:cNvSpPr txBox="1">
            <a:spLocks/>
          </p:cNvSpPr>
          <p:nvPr userDrawn="1"/>
        </p:nvSpPr>
        <p:spPr>
          <a:xfrm>
            <a:off x="1680341" y="-514582"/>
            <a:ext cx="4664760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000" b="0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Anleitung: Um zwischen den Formatvorlagen und Listen zu wechseln, verwenden Sie die in PowerPoint vorgesehene Funktion Button: „Listenebene verringern / den Einzug verkleinern“ und Listenebene erhöhen / den Einzug vergrößern“</a:t>
            </a:r>
            <a:endParaRPr lang="en-GB" sz="1000" b="0" kern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4E8ECC6-5771-14E0-796E-7734CCE4BD03}"/>
              </a:ext>
            </a:extLst>
          </p:cNvPr>
          <p:cNvSpPr txBox="1">
            <a:spLocks/>
          </p:cNvSpPr>
          <p:nvPr userDrawn="1"/>
        </p:nvSpPr>
        <p:spPr>
          <a:xfrm>
            <a:off x="7055606" y="-358860"/>
            <a:ext cx="477108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121913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Bitte beachten Sie, dass das Logo und Claim aus dem Master-</a:t>
            </a:r>
            <a:b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</a:br>
            <a:r>
              <a:rPr kumimoji="0" lang="de-DE" altLang="de-DE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Folienlayout nicht mit Text oder Bildern überlagert werden dürfen.</a:t>
            </a: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E80734C-1C21-F64F-60D8-467491CB0FD1}"/>
              </a:ext>
            </a:extLst>
          </p:cNvPr>
          <p:cNvSpPr>
            <a:spLocks/>
          </p:cNvSpPr>
          <p:nvPr userDrawn="1"/>
        </p:nvSpPr>
        <p:spPr>
          <a:xfrm>
            <a:off x="6882932" y="-451260"/>
            <a:ext cx="179570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l" defTabSz="627032">
              <a:spcAft>
                <a:spcPts val="0"/>
              </a:spcAft>
            </a:pPr>
            <a:r>
              <a:rPr lang="en-US" sz="3000" b="1" kern="1200" dirty="0">
                <a:solidFill>
                  <a:srgbClr val="000000"/>
                </a:solidFill>
                <a:latin typeface="+mn-lt"/>
                <a:ea typeface="+mn-ea"/>
                <a:cs typeface="+mn-cs"/>
              </a:rPr>
              <a:t>!</a:t>
            </a:r>
            <a:endParaRPr lang="de-DE" sz="3000" b="1" kern="1200" dirty="0">
              <a:solidFill>
                <a:srgbClr val="00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7" name="Textplatzhalter 14">
            <a:extLst>
              <a:ext uri="{FF2B5EF4-FFF2-40B4-BE49-F238E27FC236}">
                <a16:creationId xmlns:a16="http://schemas.microsoft.com/office/drawing/2014/main" id="{41ADBFC5-98B9-DBFA-D00E-D2569427DA45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659013" y="191218"/>
            <a:ext cx="1825200" cy="59040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Tx/>
              <a:buNone/>
              <a:defRPr sz="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4400" indent="-2844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sz="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sz="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84400" indent="-2844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sz="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sz="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84400" indent="-2844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Tx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400" indent="-2844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5E8AC7"/>
              </a:buClr>
              <a:buFont typeface="Wingdings" panose="05000000000000000000" pitchFamily="2" charset="2"/>
              <a:buChar char="§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84400" indent="-2844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lr>
                <a:srgbClr val="5E8AC7"/>
              </a:buClr>
              <a:buFont typeface="+mj-lt"/>
              <a:buAutoNum type="arabicPeriod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76995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50" r:id="rId5"/>
    <p:sldLayoutId id="2147483665" r:id="rId6"/>
    <p:sldLayoutId id="2147483664" r:id="rId7"/>
    <p:sldLayoutId id="2147483667" r:id="rId8"/>
    <p:sldLayoutId id="2147483666" r:id="rId9"/>
    <p:sldLayoutId id="2147483669" r:id="rId10"/>
    <p:sldLayoutId id="2147483670" r:id="rId11"/>
    <p:sldLayoutId id="2147483673" r:id="rId12"/>
    <p:sldLayoutId id="2147483671" r:id="rId13"/>
    <p:sldLayoutId id="2147483668" r:id="rId14"/>
    <p:sldLayoutId id="2147483681" r:id="rId15"/>
    <p:sldLayoutId id="2147483678" r:id="rId16"/>
    <p:sldLayoutId id="2147483680" r:id="rId17"/>
    <p:sldLayoutId id="2147483674" r:id="rId18"/>
    <p:sldLayoutId id="2147483672" r:id="rId19"/>
    <p:sldLayoutId id="2147483675" r:id="rId20"/>
    <p:sldLayoutId id="2147483676" r:id="rId21"/>
    <p:sldLayoutId id="2147483683" r:id="rId22"/>
    <p:sldLayoutId id="2147483684" r:id="rId2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lang="de-DE" sz="2400" b="1" kern="1200" dirty="0" smtClean="0">
          <a:solidFill>
            <a:srgbClr val="02246C"/>
          </a:solidFill>
          <a:latin typeface="Segoe UI Semibold" panose="020B0702040204020203" pitchFamily="34" charset="0"/>
          <a:ea typeface="+mj-ea"/>
          <a:cs typeface="Segoe UI Semibold" panose="020B0702040204020203" pitchFamily="34" charset="0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rgbClr val="5E8AC7"/>
        </a:buClr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84400" indent="-2844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rgbClr val="5E8AC7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rgbClr val="5E8AC7"/>
        </a:buClr>
        <a:buFontTx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284400" indent="-2844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rgbClr val="5E8AC7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rgbClr val="5E8AC7"/>
        </a:buClr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84400" indent="-2844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rgbClr val="5E8AC7"/>
        </a:buClr>
        <a:buFont typeface="Symbol" panose="05050102010706020507" pitchFamily="18" charset="2"/>
        <a:buChar char="·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rgbClr val="5E8AC7"/>
        </a:buClr>
        <a:buFontTx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84400" indent="-2844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>
          <a:srgbClr val="5E8AC7"/>
        </a:buClr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84400" indent="-2844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Clr>
          <a:srgbClr val="5E8AC7"/>
        </a:buClr>
        <a:buFont typeface="+mj-lt"/>
        <a:buAutoNum type="arabicPeriod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pos="438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pos="7265" userDrawn="1">
          <p15:clr>
            <a:srgbClr val="F26B43"/>
          </p15:clr>
        </p15:guide>
        <p15:guide id="6" pos="5586" userDrawn="1">
          <p15:clr>
            <a:srgbClr val="F26B43"/>
          </p15:clr>
        </p15:guide>
        <p15:guide id="7" pos="2094" userDrawn="1">
          <p15:clr>
            <a:srgbClr val="F26B43"/>
          </p15:clr>
        </p15:guide>
        <p15:guide id="8" pos="3840" userDrawn="1">
          <p15:clr>
            <a:srgbClr val="F26B43"/>
          </p15:clr>
        </p15:guide>
        <p15:guide id="9" orient="horz" pos="4178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2160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Office">
  <a:themeElements>
    <a:clrScheme name="Benutzerdefiniert 11">
      <a:dk1>
        <a:srgbClr val="000000"/>
      </a:dk1>
      <a:lt1>
        <a:srgbClr val="FFFFFF"/>
      </a:lt1>
      <a:dk2>
        <a:srgbClr val="02246C"/>
      </a:dk2>
      <a:lt2>
        <a:srgbClr val="F1EBDF"/>
      </a:lt2>
      <a:accent1>
        <a:srgbClr val="02246C"/>
      </a:accent1>
      <a:accent2>
        <a:srgbClr val="5E8AC7"/>
      </a:accent2>
      <a:accent3>
        <a:srgbClr val="821044"/>
      </a:accent3>
      <a:accent4>
        <a:srgbClr val="ED6A5B"/>
      </a:accent4>
      <a:accent5>
        <a:srgbClr val="009485"/>
      </a:accent5>
      <a:accent6>
        <a:srgbClr val="F8C300"/>
      </a:accent6>
      <a:hlink>
        <a:srgbClr val="5E8AC7"/>
      </a:hlink>
      <a:folHlink>
        <a:srgbClr val="02246C"/>
      </a:folHlink>
    </a:clrScheme>
    <a:fontScheme name="_Universität Würzburg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äsentation36" id="{9D47EB89-21BD-E841-88B9-DE4C9C707488}" vid="{A7348E85-B50D-F549-9641-30388A91523B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EE7914C5BDB4D4DA2899A8C7FAE7972" ma:contentTypeVersion="11" ma:contentTypeDescription="Ein neues Dokument erstellen." ma:contentTypeScope="" ma:versionID="a03b44b77544b7468edfad37a8cafae5">
  <xsd:schema xmlns:xsd="http://www.w3.org/2001/XMLSchema" xmlns:xs="http://www.w3.org/2001/XMLSchema" xmlns:p="http://schemas.microsoft.com/office/2006/metadata/properties" xmlns:ns2="bab212d1-d7d3-4915-b477-bbf5a46f6dd3" xmlns:ns3="1790a737-7542-4958-b139-95768e3d4744" targetNamespace="http://schemas.microsoft.com/office/2006/metadata/properties" ma:root="true" ma:fieldsID="347df6562d602aea077d4495deb5c11d" ns2:_="" ns3:_="">
    <xsd:import namespace="bab212d1-d7d3-4915-b477-bbf5a46f6dd3"/>
    <xsd:import namespace="1790a737-7542-4958-b139-95768e3d474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12d1-d7d3-4915-b477-bbf5a46f6dd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9363d8be-4810-4b97-829e-ce20d99456b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90a737-7542-4958-b139-95768e3d4744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c182f75-44a6-4e97-8629-7dd944cf55ed}" ma:internalName="TaxCatchAll" ma:showField="CatchAllData" ma:web="1790a737-7542-4958-b139-95768e3d474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b212d1-d7d3-4915-b477-bbf5a46f6dd3">
      <Terms xmlns="http://schemas.microsoft.com/office/infopath/2007/PartnerControls"/>
    </lcf76f155ced4ddcb4097134ff3c332f>
    <TaxCatchAll xmlns="1790a737-7542-4958-b139-95768e3d4744" xsi:nil="true"/>
  </documentManagement>
</p:properties>
</file>

<file path=customXml/itemProps1.xml><?xml version="1.0" encoding="utf-8"?>
<ds:datastoreItem xmlns:ds="http://schemas.openxmlformats.org/officeDocument/2006/customXml" ds:itemID="{4CE8BFAA-D745-4803-A1FE-ADF20002F78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F4152D2-CB5C-4C70-BDBF-053E625226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12d1-d7d3-4915-b477-bbf5a46f6dd3"/>
    <ds:schemaRef ds:uri="1790a737-7542-4958-b139-95768e3d474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6107F8-AD6E-4347-81A0-C59E4626FEF4}">
  <ds:schemaRefs>
    <ds:schemaRef ds:uri="http://schemas.microsoft.com/office/2006/metadata/properties"/>
    <ds:schemaRef ds:uri="http://schemas.microsoft.com/office/infopath/2007/PartnerControls"/>
    <ds:schemaRef ds:uri="bab212d1-d7d3-4915-b477-bbf5a46f6dd3"/>
    <ds:schemaRef ds:uri="1790a737-7542-4958-b139-95768e3d474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PPT-Master-Universitaet-Wuerzburg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8" baseType="lpstr">
      <vt:lpstr>Segoe UI Semibold</vt:lpstr>
      <vt:lpstr>Symbol</vt:lpstr>
      <vt:lpstr>Courier New</vt:lpstr>
      <vt:lpstr>Aptos</vt:lpstr>
      <vt:lpstr>Segoe UI</vt:lpstr>
      <vt:lpstr>Wingdings</vt:lpstr>
      <vt:lpstr>Segoe UI Semilight</vt:lpstr>
      <vt:lpstr>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Alessia Bogoni</dc:creator>
  <cp:lastModifiedBy>Alessia Bogoni</cp:lastModifiedBy>
  <cp:revision>2</cp:revision>
  <dcterms:created xsi:type="dcterms:W3CDTF">2026-10-12T10:05:55Z</dcterms:created>
  <dcterms:modified xsi:type="dcterms:W3CDTF">2026-10-12T10:06:44Z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0x0101003EE7914C5BDB4D4DA2899A8C7FAE7972</vt:lpwstr>
  </property>
</Properties>
</file>